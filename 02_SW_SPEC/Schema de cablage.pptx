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9" r:id="rId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AAE1"/>
    <a:srgbClr val="CCE3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C37358-3EC3-1D91-CD9A-A87C20CE0F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4C32631-B571-A2ED-D8BA-78EDE3B49A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EB37D16-775F-85F6-F053-82B46E2B2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7A016-5FBC-4672-8EE7-F1B0774DE149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C531E73-F79A-2B74-D559-1005C4789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8F15DCD-F7EC-246B-FD24-25FD19FAC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72133-CA65-4643-BA1F-49D4C598309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1066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72A323-DFCD-71A9-53A1-8613B8E41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95F0443-E9DA-FF5D-68B6-3A7733CA22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82C3103-8F0E-7E35-A7C7-B20638E2E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7A016-5FBC-4672-8EE7-F1B0774DE149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9EB39C0-0135-FC9D-1455-2223CEC71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2BF3E40-FFC4-2443-2DD7-E79216705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72133-CA65-4643-BA1F-49D4C598309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62514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0C3460-7450-B012-D0EA-244EA1676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D5C897F-9D17-4756-7DEA-1D1EB352CA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DFB5799-127F-D98E-DA79-0A479F412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7A016-5FBC-4672-8EE7-F1B0774DE149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14930DC-106D-0D95-CFBA-4D53D4976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BB2F5F3-041B-B09B-C454-826132D4A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72133-CA65-4643-BA1F-49D4C598309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5951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3241B4-FA4B-7006-3F3E-1230E98FE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DE7FF49-BEB8-2ED4-9018-822FD24896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56E6CA1-8AF2-490F-3128-2BF323087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4BD68AF-EAA9-2629-0C28-62AD4DC41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7A016-5FBC-4672-8EE7-F1B0774DE149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AABE608-8E8B-23E7-C25F-4C3FBBA6B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2242B2E-1D2B-3E9E-452E-0AD41A924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72133-CA65-4643-BA1F-49D4C598309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97500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0F6BDD-2E8D-E1F0-826E-F44940631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DE356DF-A5A0-85EF-3E19-CA43C7193B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D9BB67F-CFE6-C2C8-51FD-5C65DF7222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8EC77AB-A219-87B1-6DA1-9EDE639551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3E8CB62-D18C-87D5-DA7B-1D533DDECB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CD655C80-6E1C-6271-944B-D4A4CBCDB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7A016-5FBC-4672-8EE7-F1B0774DE149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9F62273-FD82-4A06-0855-0935636E1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7074DD8-F8C2-092A-E8D4-0D300DA14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72133-CA65-4643-BA1F-49D4C598309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270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8B8C7E-B011-4EC5-113A-D02818E2A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DCCF2F0-784E-8E9A-5C9C-126955A0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7A016-5FBC-4672-8EE7-F1B0774DE149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8E85446-B213-1C09-3689-E80961508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1060340-FFB3-05A6-B5FF-FBE5A0742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72133-CA65-4643-BA1F-49D4C598309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2072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14D9E0E-0377-A28C-3D8A-FCF7CF400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7A016-5FBC-4672-8EE7-F1B0774DE149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025AEA5-852A-9475-E8FA-8ED0D08CF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CE7DA27-0B64-D1B0-7338-9E4DB9442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72133-CA65-4643-BA1F-49D4C598309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1520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EE4314-718C-C1F9-9AE9-A69B5C043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3254DAD-86DA-5250-D3E0-2C58DEEA71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6C20667-8181-52CA-6BA5-90D023CB0A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28BFAFB-8DC8-F985-7631-547C4A02B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7A016-5FBC-4672-8EE7-F1B0774DE149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6950160-132B-B57C-A0FA-63FB51649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79D4669-95E9-6CA3-2118-64DA0D904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72133-CA65-4643-BA1F-49D4C598309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265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B52CBC-2771-5804-775B-BF4A8522E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D680E295-A1B2-1330-589D-CCEBFDD0B6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31750DA-F737-9FD5-E648-C78D001F78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5EED5BA-D4A0-7467-4E92-C37912555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7A016-5FBC-4672-8EE7-F1B0774DE149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6B25A54-FE2A-D51E-2A21-69C03DBF4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FEDEBBD-7132-09F3-C6EA-744609440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72133-CA65-4643-BA1F-49D4C598309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2092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78A8DC-95A4-4F43-D91D-3E5F3608A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1F6EF5F-38FF-298A-4A66-FB6669446A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7C98104-1F97-C85B-FB01-E95CB8472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7A016-5FBC-4672-8EE7-F1B0774DE149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975A0CC-904E-B39A-8752-262BE56E5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41AA16B-4171-5DA6-AA37-38E4F4445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72133-CA65-4643-BA1F-49D4C598309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584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BCD35DB7-1AAE-B561-23DF-70873C70F4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FC132F0-1601-ED94-B1E9-2F371D6BE0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C870820-8E7D-D8EA-FD3C-1FBC61155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7A016-5FBC-4672-8EE7-F1B0774DE149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408785E-4F67-FA21-0471-501AD82D3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E39D153-8A72-23DC-7E2B-B69147CE1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72133-CA65-4643-BA1F-49D4C598309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9674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A0A839EB-CD4B-9ED2-7E97-C68679489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35E5850-2315-E579-3E50-FD92D1687F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CE749EF-C208-1A00-C3A4-E5A53FAF90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07A016-5FBC-4672-8EE7-F1B0774DE149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305F0E7-68D1-9213-570A-CA4052E133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F0D2DF4-C494-025A-21F8-54FAC2FB5C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D72133-CA65-4643-BA1F-49D4C598309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476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CF369036-C498-36B6-A7B4-70709A99BA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303" b="9132"/>
          <a:stretch>
            <a:fillRect/>
          </a:stretch>
        </p:blipFill>
        <p:spPr>
          <a:xfrm>
            <a:off x="1162377" y="47133"/>
            <a:ext cx="5049070" cy="682029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C0D9B2B-EC38-F2B3-5615-5D90A0FEF2B9}"/>
              </a:ext>
            </a:extLst>
          </p:cNvPr>
          <p:cNvSpPr/>
          <p:nvPr/>
        </p:nvSpPr>
        <p:spPr>
          <a:xfrm>
            <a:off x="6049926" y="4520069"/>
            <a:ext cx="2375919" cy="380600"/>
          </a:xfrm>
          <a:prstGeom prst="rect">
            <a:avLst/>
          </a:prstGeom>
          <a:solidFill>
            <a:srgbClr val="CCE3F6"/>
          </a:solidFill>
          <a:ln w="28575">
            <a:solidFill>
              <a:srgbClr val="28AA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28AAE1"/>
                </a:solidFill>
              </a:rPr>
              <a:t>Capteur Température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17F07F2-92D1-4DE2-E2F9-4DD3428EC191}"/>
              </a:ext>
            </a:extLst>
          </p:cNvPr>
          <p:cNvSpPr/>
          <p:nvPr/>
        </p:nvSpPr>
        <p:spPr>
          <a:xfrm>
            <a:off x="6049927" y="4908433"/>
            <a:ext cx="2375919" cy="380601"/>
          </a:xfrm>
          <a:prstGeom prst="rect">
            <a:avLst/>
          </a:prstGeom>
          <a:solidFill>
            <a:srgbClr val="CCE3F6"/>
          </a:solidFill>
          <a:ln w="28575">
            <a:solidFill>
              <a:srgbClr val="28AA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28AAE1"/>
                </a:solidFill>
              </a:rPr>
              <a:t>Capteur Humidité</a:t>
            </a:r>
          </a:p>
        </p:txBody>
      </p: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C2502832-5496-5546-14F5-A44ED46C04D6}"/>
              </a:ext>
            </a:extLst>
          </p:cNvPr>
          <p:cNvCxnSpPr>
            <a:cxnSpLocks/>
          </p:cNvCxnSpPr>
          <p:nvPr/>
        </p:nvCxnSpPr>
        <p:spPr>
          <a:xfrm>
            <a:off x="9879949" y="1930400"/>
            <a:ext cx="0" cy="69088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29347A99-855F-60A5-CBF0-2A3EE74A5162}"/>
              </a:ext>
            </a:extLst>
          </p:cNvPr>
          <p:cNvCxnSpPr>
            <a:cxnSpLocks/>
          </p:cNvCxnSpPr>
          <p:nvPr/>
        </p:nvCxnSpPr>
        <p:spPr>
          <a:xfrm>
            <a:off x="9879948" y="3429000"/>
            <a:ext cx="0" cy="97028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327536F0-1C3C-AD28-ED9A-3C8ECC8DCB69}"/>
              </a:ext>
            </a:extLst>
          </p:cNvPr>
          <p:cNvCxnSpPr>
            <a:cxnSpLocks/>
          </p:cNvCxnSpPr>
          <p:nvPr/>
        </p:nvCxnSpPr>
        <p:spPr>
          <a:xfrm>
            <a:off x="11550824" y="3078480"/>
            <a:ext cx="0" cy="114554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28">
            <a:extLst>
              <a:ext uri="{FF2B5EF4-FFF2-40B4-BE49-F238E27FC236}">
                <a16:creationId xmlns:a16="http://schemas.microsoft.com/office/drawing/2014/main" id="{40A45F03-715F-CC33-AA3E-58C599BEE898}"/>
              </a:ext>
            </a:extLst>
          </p:cNvPr>
          <p:cNvCxnSpPr>
            <a:cxnSpLocks/>
          </p:cNvCxnSpPr>
          <p:nvPr/>
        </p:nvCxnSpPr>
        <p:spPr>
          <a:xfrm flipH="1">
            <a:off x="10169381" y="3078480"/>
            <a:ext cx="138144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33">
            <a:extLst>
              <a:ext uri="{FF2B5EF4-FFF2-40B4-BE49-F238E27FC236}">
                <a16:creationId xmlns:a16="http://schemas.microsoft.com/office/drawing/2014/main" id="{842DE523-DB84-2641-9AE6-DBA0A1F00B67}"/>
              </a:ext>
            </a:extLst>
          </p:cNvPr>
          <p:cNvCxnSpPr>
            <a:cxnSpLocks/>
          </p:cNvCxnSpPr>
          <p:nvPr/>
        </p:nvCxnSpPr>
        <p:spPr>
          <a:xfrm>
            <a:off x="5512884" y="4722542"/>
            <a:ext cx="518474" cy="0"/>
          </a:xfrm>
          <a:prstGeom prst="line">
            <a:avLst/>
          </a:prstGeom>
          <a:ln w="28575">
            <a:solidFill>
              <a:srgbClr val="28AA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35">
            <a:extLst>
              <a:ext uri="{FF2B5EF4-FFF2-40B4-BE49-F238E27FC236}">
                <a16:creationId xmlns:a16="http://schemas.microsoft.com/office/drawing/2014/main" id="{C7A2A548-79AA-38AC-F373-A41A9A9570C6}"/>
              </a:ext>
            </a:extLst>
          </p:cNvPr>
          <p:cNvCxnSpPr>
            <a:endCxn id="11" idx="1"/>
          </p:cNvCxnSpPr>
          <p:nvPr/>
        </p:nvCxnSpPr>
        <p:spPr>
          <a:xfrm>
            <a:off x="5512884" y="5098733"/>
            <a:ext cx="537042" cy="0"/>
          </a:xfrm>
          <a:prstGeom prst="line">
            <a:avLst/>
          </a:prstGeom>
          <a:ln w="28575">
            <a:solidFill>
              <a:srgbClr val="28AA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4069B1F4-6E4E-FC1F-035A-94EB06AA3A02}"/>
              </a:ext>
            </a:extLst>
          </p:cNvPr>
          <p:cNvSpPr/>
          <p:nvPr/>
        </p:nvSpPr>
        <p:spPr>
          <a:xfrm>
            <a:off x="5814262" y="3224507"/>
            <a:ext cx="906821" cy="380601"/>
          </a:xfrm>
          <a:prstGeom prst="rect">
            <a:avLst/>
          </a:prstGeom>
          <a:solidFill>
            <a:srgbClr val="CCE3F6"/>
          </a:solidFill>
          <a:ln w="28575">
            <a:solidFill>
              <a:srgbClr val="28AA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28AAE1"/>
                </a:solidFill>
              </a:rPr>
              <a:t>PB3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344CE09-2A4B-E538-6C84-09B576A82DD0}"/>
              </a:ext>
            </a:extLst>
          </p:cNvPr>
          <p:cNvSpPr/>
          <p:nvPr/>
        </p:nvSpPr>
        <p:spPr>
          <a:xfrm>
            <a:off x="5815442" y="2443480"/>
            <a:ext cx="906821" cy="380601"/>
          </a:xfrm>
          <a:prstGeom prst="rect">
            <a:avLst/>
          </a:prstGeom>
          <a:solidFill>
            <a:srgbClr val="CCE3F6"/>
          </a:solidFill>
          <a:ln w="28575">
            <a:solidFill>
              <a:srgbClr val="28AA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28AAE1"/>
                </a:solidFill>
              </a:rPr>
              <a:t>PB1</a:t>
            </a:r>
          </a:p>
        </p:txBody>
      </p:sp>
      <p:cxnSp>
        <p:nvCxnSpPr>
          <p:cNvPr id="46" name="Connecteur droit 45">
            <a:extLst>
              <a:ext uri="{FF2B5EF4-FFF2-40B4-BE49-F238E27FC236}">
                <a16:creationId xmlns:a16="http://schemas.microsoft.com/office/drawing/2014/main" id="{D6FC7524-BBDF-FECA-AC31-08F63B304D62}"/>
              </a:ext>
            </a:extLst>
          </p:cNvPr>
          <p:cNvCxnSpPr/>
          <p:nvPr/>
        </p:nvCxnSpPr>
        <p:spPr>
          <a:xfrm>
            <a:off x="1666748" y="1342067"/>
            <a:ext cx="537042" cy="0"/>
          </a:xfrm>
          <a:prstGeom prst="line">
            <a:avLst/>
          </a:prstGeom>
          <a:ln w="28575">
            <a:solidFill>
              <a:srgbClr val="28AA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eur droit 46">
            <a:extLst>
              <a:ext uri="{FF2B5EF4-FFF2-40B4-BE49-F238E27FC236}">
                <a16:creationId xmlns:a16="http://schemas.microsoft.com/office/drawing/2014/main" id="{06CFCB6C-0BFC-C599-31ED-A90AA64635D0}"/>
              </a:ext>
            </a:extLst>
          </p:cNvPr>
          <p:cNvCxnSpPr/>
          <p:nvPr/>
        </p:nvCxnSpPr>
        <p:spPr>
          <a:xfrm>
            <a:off x="1631444" y="4392616"/>
            <a:ext cx="537042" cy="0"/>
          </a:xfrm>
          <a:prstGeom prst="line">
            <a:avLst/>
          </a:prstGeom>
          <a:ln w="28575">
            <a:solidFill>
              <a:srgbClr val="28AA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eur droit 47">
            <a:extLst>
              <a:ext uri="{FF2B5EF4-FFF2-40B4-BE49-F238E27FC236}">
                <a16:creationId xmlns:a16="http://schemas.microsoft.com/office/drawing/2014/main" id="{5BD5BEAD-C297-AD82-37E4-3C5CF835636D}"/>
              </a:ext>
            </a:extLst>
          </p:cNvPr>
          <p:cNvCxnSpPr>
            <a:cxnSpLocks/>
          </p:cNvCxnSpPr>
          <p:nvPr/>
        </p:nvCxnSpPr>
        <p:spPr>
          <a:xfrm>
            <a:off x="5446750" y="2716260"/>
            <a:ext cx="367512" cy="0"/>
          </a:xfrm>
          <a:prstGeom prst="line">
            <a:avLst/>
          </a:prstGeom>
          <a:ln w="28575">
            <a:solidFill>
              <a:srgbClr val="28AA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eur droit 49">
            <a:extLst>
              <a:ext uri="{FF2B5EF4-FFF2-40B4-BE49-F238E27FC236}">
                <a16:creationId xmlns:a16="http://schemas.microsoft.com/office/drawing/2014/main" id="{56FA1F1B-5FA8-FC44-EA85-5C7376888F55}"/>
              </a:ext>
            </a:extLst>
          </p:cNvPr>
          <p:cNvCxnSpPr/>
          <p:nvPr/>
        </p:nvCxnSpPr>
        <p:spPr>
          <a:xfrm>
            <a:off x="1646380" y="4758263"/>
            <a:ext cx="537042" cy="0"/>
          </a:xfrm>
          <a:prstGeom prst="line">
            <a:avLst/>
          </a:prstGeom>
          <a:ln w="28575">
            <a:solidFill>
              <a:srgbClr val="28AA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F0F06605-62C7-B1AB-BDB5-298F9270F1AA}"/>
              </a:ext>
            </a:extLst>
          </p:cNvPr>
          <p:cNvSpPr/>
          <p:nvPr/>
        </p:nvSpPr>
        <p:spPr>
          <a:xfrm>
            <a:off x="5815442" y="2830915"/>
            <a:ext cx="906821" cy="380601"/>
          </a:xfrm>
          <a:prstGeom prst="rect">
            <a:avLst/>
          </a:prstGeom>
          <a:solidFill>
            <a:srgbClr val="CCE3F6"/>
          </a:solidFill>
          <a:ln w="28575">
            <a:solidFill>
              <a:srgbClr val="28AA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28AAE1"/>
                </a:solidFill>
              </a:rPr>
              <a:t>PB2</a:t>
            </a:r>
          </a:p>
        </p:txBody>
      </p:sp>
      <p:cxnSp>
        <p:nvCxnSpPr>
          <p:cNvPr id="51" name="Connecteur droit 50">
            <a:extLst>
              <a:ext uri="{FF2B5EF4-FFF2-40B4-BE49-F238E27FC236}">
                <a16:creationId xmlns:a16="http://schemas.microsoft.com/office/drawing/2014/main" id="{94EED7CE-446A-D815-C7E0-B05E23F07249}"/>
              </a:ext>
            </a:extLst>
          </p:cNvPr>
          <p:cNvCxnSpPr/>
          <p:nvPr/>
        </p:nvCxnSpPr>
        <p:spPr>
          <a:xfrm>
            <a:off x="1667263" y="1702812"/>
            <a:ext cx="537042" cy="0"/>
          </a:xfrm>
          <a:prstGeom prst="line">
            <a:avLst/>
          </a:prstGeom>
          <a:ln w="28575">
            <a:solidFill>
              <a:srgbClr val="28AA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8F7E9A96-B426-4C20-2888-8F62F74606BD}"/>
              </a:ext>
            </a:extLst>
          </p:cNvPr>
          <p:cNvSpPr/>
          <p:nvPr/>
        </p:nvSpPr>
        <p:spPr>
          <a:xfrm>
            <a:off x="270083" y="2815547"/>
            <a:ext cx="1376297" cy="380601"/>
          </a:xfrm>
          <a:prstGeom prst="rect">
            <a:avLst/>
          </a:prstGeom>
          <a:solidFill>
            <a:srgbClr val="CCE3F6"/>
          </a:solidFill>
          <a:ln w="28575">
            <a:solidFill>
              <a:srgbClr val="28AA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28AAE1"/>
                </a:solidFill>
              </a:rPr>
              <a:t>Écran LCD </a:t>
            </a:r>
          </a:p>
        </p:txBody>
      </p:sp>
      <p:cxnSp>
        <p:nvCxnSpPr>
          <p:cNvPr id="54" name="Connecteur : en angle 53">
            <a:extLst>
              <a:ext uri="{FF2B5EF4-FFF2-40B4-BE49-F238E27FC236}">
                <a16:creationId xmlns:a16="http://schemas.microsoft.com/office/drawing/2014/main" id="{952DF366-120A-6023-9660-4A68C0F7F064}"/>
              </a:ext>
            </a:extLst>
          </p:cNvPr>
          <p:cNvCxnSpPr>
            <a:cxnSpLocks/>
          </p:cNvCxnSpPr>
          <p:nvPr/>
        </p:nvCxnSpPr>
        <p:spPr>
          <a:xfrm rot="10800000" flipV="1">
            <a:off x="5512889" y="2874822"/>
            <a:ext cx="3587277" cy="3191647"/>
          </a:xfrm>
          <a:prstGeom prst="bentConnector3">
            <a:avLst>
              <a:gd name="adj1" fmla="val 11633"/>
            </a:avLst>
          </a:prstGeom>
          <a:ln w="28575">
            <a:solidFill>
              <a:srgbClr val="28AA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ZoneTexte 58">
            <a:extLst>
              <a:ext uri="{FF2B5EF4-FFF2-40B4-BE49-F238E27FC236}">
                <a16:creationId xmlns:a16="http://schemas.microsoft.com/office/drawing/2014/main" id="{1BD7F523-C267-0D4A-F25F-0E558DEFB5AC}"/>
              </a:ext>
            </a:extLst>
          </p:cNvPr>
          <p:cNvSpPr txBox="1"/>
          <p:nvPr/>
        </p:nvSpPr>
        <p:spPr>
          <a:xfrm>
            <a:off x="5928914" y="5255164"/>
            <a:ext cx="112624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PA0 (ADC1_IN0)</a:t>
            </a:r>
          </a:p>
        </p:txBody>
      </p:sp>
      <p:sp>
        <p:nvSpPr>
          <p:cNvPr id="60" name="ZoneTexte 59">
            <a:extLst>
              <a:ext uri="{FF2B5EF4-FFF2-40B4-BE49-F238E27FC236}">
                <a16:creationId xmlns:a16="http://schemas.microsoft.com/office/drawing/2014/main" id="{3F43AF37-EC7B-9B18-CA07-1D840CAC793D}"/>
              </a:ext>
            </a:extLst>
          </p:cNvPr>
          <p:cNvSpPr txBox="1"/>
          <p:nvPr/>
        </p:nvSpPr>
        <p:spPr>
          <a:xfrm>
            <a:off x="5946995" y="4258459"/>
            <a:ext cx="112624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PA1 (ADC1_IN1)</a:t>
            </a:r>
          </a:p>
        </p:txBody>
      </p:sp>
      <p:sp>
        <p:nvSpPr>
          <p:cNvPr id="61" name="ZoneTexte 60">
            <a:extLst>
              <a:ext uri="{FF2B5EF4-FFF2-40B4-BE49-F238E27FC236}">
                <a16:creationId xmlns:a16="http://schemas.microsoft.com/office/drawing/2014/main" id="{7268EE56-B9DD-7F73-94C9-F6F1C03F9BB1}"/>
              </a:ext>
            </a:extLst>
          </p:cNvPr>
          <p:cNvSpPr txBox="1"/>
          <p:nvPr/>
        </p:nvSpPr>
        <p:spPr>
          <a:xfrm>
            <a:off x="6725042" y="2479256"/>
            <a:ext cx="112624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fr-FR" dirty="0"/>
              <a:t>PA7 (GPIO IN)</a:t>
            </a:r>
          </a:p>
        </p:txBody>
      </p:sp>
      <p:sp>
        <p:nvSpPr>
          <p:cNvPr id="62" name="ZoneTexte 61">
            <a:extLst>
              <a:ext uri="{FF2B5EF4-FFF2-40B4-BE49-F238E27FC236}">
                <a16:creationId xmlns:a16="http://schemas.microsoft.com/office/drawing/2014/main" id="{C4305649-8D7D-3D5E-D261-610DBF479A25}"/>
              </a:ext>
            </a:extLst>
          </p:cNvPr>
          <p:cNvSpPr txBox="1"/>
          <p:nvPr/>
        </p:nvSpPr>
        <p:spPr>
          <a:xfrm>
            <a:off x="6717287" y="2875043"/>
            <a:ext cx="112624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fr-FR" dirty="0"/>
              <a:t>PA6 (GPIO IN)</a:t>
            </a:r>
          </a:p>
        </p:txBody>
      </p:sp>
      <p:sp>
        <p:nvSpPr>
          <p:cNvPr id="63" name="ZoneTexte 62">
            <a:extLst>
              <a:ext uri="{FF2B5EF4-FFF2-40B4-BE49-F238E27FC236}">
                <a16:creationId xmlns:a16="http://schemas.microsoft.com/office/drawing/2014/main" id="{AAE0B0D5-392F-6761-B8A5-5B0683DBF1DA}"/>
              </a:ext>
            </a:extLst>
          </p:cNvPr>
          <p:cNvSpPr txBox="1"/>
          <p:nvPr/>
        </p:nvSpPr>
        <p:spPr>
          <a:xfrm>
            <a:off x="6734225" y="3280607"/>
            <a:ext cx="112624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fr-FR" dirty="0"/>
              <a:t>PA11 (GPIO IN)</a:t>
            </a:r>
          </a:p>
        </p:txBody>
      </p:sp>
      <p:sp>
        <p:nvSpPr>
          <p:cNvPr id="65" name="ZoneTexte 64">
            <a:extLst>
              <a:ext uri="{FF2B5EF4-FFF2-40B4-BE49-F238E27FC236}">
                <a16:creationId xmlns:a16="http://schemas.microsoft.com/office/drawing/2014/main" id="{2F43A1B0-5FDD-B438-136F-22818FB536CC}"/>
              </a:ext>
            </a:extLst>
          </p:cNvPr>
          <p:cNvSpPr txBox="1"/>
          <p:nvPr/>
        </p:nvSpPr>
        <p:spPr>
          <a:xfrm>
            <a:off x="270083" y="1928385"/>
            <a:ext cx="156326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fr-FR" dirty="0"/>
              <a:t>PB6 et PB7 (GPIO OUT)</a:t>
            </a:r>
          </a:p>
        </p:txBody>
      </p:sp>
      <p:sp>
        <p:nvSpPr>
          <p:cNvPr id="66" name="ZoneTexte 65">
            <a:extLst>
              <a:ext uri="{FF2B5EF4-FFF2-40B4-BE49-F238E27FC236}">
                <a16:creationId xmlns:a16="http://schemas.microsoft.com/office/drawing/2014/main" id="{4CA2440D-3DF9-1746-26A3-C0B1004ED51A}"/>
              </a:ext>
            </a:extLst>
          </p:cNvPr>
          <p:cNvSpPr txBox="1"/>
          <p:nvPr/>
        </p:nvSpPr>
        <p:spPr>
          <a:xfrm>
            <a:off x="5507057" y="5787928"/>
            <a:ext cx="112624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fr-FR" dirty="0"/>
              <a:t>PB3 (GPIO OUT)</a:t>
            </a:r>
          </a:p>
        </p:txBody>
      </p:sp>
      <p:cxnSp>
        <p:nvCxnSpPr>
          <p:cNvPr id="67" name="Connecteur droit 66">
            <a:extLst>
              <a:ext uri="{FF2B5EF4-FFF2-40B4-BE49-F238E27FC236}">
                <a16:creationId xmlns:a16="http://schemas.microsoft.com/office/drawing/2014/main" id="{993A1672-FFF2-D5D0-CE92-C95CF0B3DC26}"/>
              </a:ext>
            </a:extLst>
          </p:cNvPr>
          <p:cNvCxnSpPr/>
          <p:nvPr/>
        </p:nvCxnSpPr>
        <p:spPr>
          <a:xfrm>
            <a:off x="10032349" y="1897603"/>
            <a:ext cx="0" cy="6908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eur droit 69">
            <a:extLst>
              <a:ext uri="{FF2B5EF4-FFF2-40B4-BE49-F238E27FC236}">
                <a16:creationId xmlns:a16="http://schemas.microsoft.com/office/drawing/2014/main" id="{B36487D0-E460-8200-DEFC-34D1688346DB}"/>
              </a:ext>
            </a:extLst>
          </p:cNvPr>
          <p:cNvCxnSpPr>
            <a:cxnSpLocks/>
          </p:cNvCxnSpPr>
          <p:nvPr/>
        </p:nvCxnSpPr>
        <p:spPr>
          <a:xfrm>
            <a:off x="10043923" y="3396202"/>
            <a:ext cx="0" cy="9702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eur droit 70">
            <a:extLst>
              <a:ext uri="{FF2B5EF4-FFF2-40B4-BE49-F238E27FC236}">
                <a16:creationId xmlns:a16="http://schemas.microsoft.com/office/drawing/2014/main" id="{C2663933-C3A2-5788-6CF7-67C97E1393A7}"/>
              </a:ext>
            </a:extLst>
          </p:cNvPr>
          <p:cNvCxnSpPr>
            <a:cxnSpLocks/>
          </p:cNvCxnSpPr>
          <p:nvPr/>
        </p:nvCxnSpPr>
        <p:spPr>
          <a:xfrm>
            <a:off x="11379133" y="3257151"/>
            <a:ext cx="0" cy="114554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eur droit 71">
            <a:extLst>
              <a:ext uri="{FF2B5EF4-FFF2-40B4-BE49-F238E27FC236}">
                <a16:creationId xmlns:a16="http://schemas.microsoft.com/office/drawing/2014/main" id="{C19A11B1-4D97-FF8E-EABD-F4A69186F4AB}"/>
              </a:ext>
            </a:extLst>
          </p:cNvPr>
          <p:cNvCxnSpPr>
            <a:cxnSpLocks/>
          </p:cNvCxnSpPr>
          <p:nvPr/>
        </p:nvCxnSpPr>
        <p:spPr>
          <a:xfrm flipH="1">
            <a:off x="9997690" y="3257151"/>
            <a:ext cx="1381443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5E5586FA-F5C1-8F2F-194F-BE4108D12B7F}"/>
              </a:ext>
            </a:extLst>
          </p:cNvPr>
          <p:cNvSpPr/>
          <p:nvPr/>
        </p:nvSpPr>
        <p:spPr>
          <a:xfrm>
            <a:off x="9253248" y="4224020"/>
            <a:ext cx="1421314" cy="883920"/>
          </a:xfrm>
          <a:prstGeom prst="rect">
            <a:avLst/>
          </a:prstGeom>
          <a:solidFill>
            <a:srgbClr val="CCE3F6"/>
          </a:solidFill>
          <a:ln w="28575">
            <a:solidFill>
              <a:srgbClr val="28AA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28AAE1"/>
                </a:solidFill>
              </a:rPr>
              <a:t>Pompe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13E4796-817F-5D6A-49E2-D8FA3580C0E4}"/>
              </a:ext>
            </a:extLst>
          </p:cNvPr>
          <p:cNvSpPr/>
          <p:nvPr/>
        </p:nvSpPr>
        <p:spPr>
          <a:xfrm>
            <a:off x="10727607" y="4224020"/>
            <a:ext cx="1436604" cy="883920"/>
          </a:xfrm>
          <a:prstGeom prst="rect">
            <a:avLst/>
          </a:prstGeom>
          <a:solidFill>
            <a:srgbClr val="CCE3F6"/>
          </a:solidFill>
          <a:ln w="28575">
            <a:solidFill>
              <a:srgbClr val="28AA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28AAE1"/>
                </a:solidFill>
              </a:rPr>
              <a:t>Ventilateur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758B562E-F804-C3EB-DD14-9FE94914E997}"/>
              </a:ext>
            </a:extLst>
          </p:cNvPr>
          <p:cNvSpPr txBox="1"/>
          <p:nvPr/>
        </p:nvSpPr>
        <p:spPr>
          <a:xfrm>
            <a:off x="8662817" y="2651304"/>
            <a:ext cx="112624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fr-FR" dirty="0"/>
              <a:t>IN1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A41AB072-B646-1074-9607-FABCADA879F5}"/>
              </a:ext>
            </a:extLst>
          </p:cNvPr>
          <p:cNvSpPr txBox="1"/>
          <p:nvPr/>
        </p:nvSpPr>
        <p:spPr>
          <a:xfrm>
            <a:off x="8690124" y="2974644"/>
            <a:ext cx="112624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fr-FR" dirty="0"/>
              <a:t>IN2</a:t>
            </a:r>
          </a:p>
        </p:txBody>
      </p:sp>
      <p:cxnSp>
        <p:nvCxnSpPr>
          <p:cNvPr id="18" name="Connecteur : en angle 17">
            <a:extLst>
              <a:ext uri="{FF2B5EF4-FFF2-40B4-BE49-F238E27FC236}">
                <a16:creationId xmlns:a16="http://schemas.microsoft.com/office/drawing/2014/main" id="{B2829B63-AAEC-7520-6C50-CD38971F7022}"/>
              </a:ext>
            </a:extLst>
          </p:cNvPr>
          <p:cNvCxnSpPr>
            <a:cxnSpLocks/>
          </p:cNvCxnSpPr>
          <p:nvPr/>
        </p:nvCxnSpPr>
        <p:spPr>
          <a:xfrm rot="10800000" flipV="1">
            <a:off x="1925625" y="3189155"/>
            <a:ext cx="7347841" cy="3503876"/>
          </a:xfrm>
          <a:prstGeom prst="bentConnector3">
            <a:avLst>
              <a:gd name="adj1" fmla="val 5739"/>
            </a:avLst>
          </a:prstGeom>
          <a:ln w="28575">
            <a:solidFill>
              <a:srgbClr val="28AA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D81C1D1-55E4-121B-1ECA-21E7BD754CDC}"/>
              </a:ext>
            </a:extLst>
          </p:cNvPr>
          <p:cNvSpPr/>
          <p:nvPr/>
        </p:nvSpPr>
        <p:spPr>
          <a:xfrm>
            <a:off x="9012428" y="2545080"/>
            <a:ext cx="1920240" cy="883920"/>
          </a:xfrm>
          <a:prstGeom prst="rect">
            <a:avLst/>
          </a:prstGeom>
          <a:solidFill>
            <a:srgbClr val="CCE3F6"/>
          </a:solidFill>
          <a:ln w="28575">
            <a:solidFill>
              <a:srgbClr val="28AA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28AAE1"/>
                </a:solidFill>
              </a:rPr>
              <a:t>Carte moteur</a:t>
            </a:r>
          </a:p>
        </p:txBody>
      </p:sp>
      <p:cxnSp>
        <p:nvCxnSpPr>
          <p:cNvPr id="27" name="Connecteur : en angle 26">
            <a:extLst>
              <a:ext uri="{FF2B5EF4-FFF2-40B4-BE49-F238E27FC236}">
                <a16:creationId xmlns:a16="http://schemas.microsoft.com/office/drawing/2014/main" id="{AF0A3EDE-0ED6-E6E3-8700-39B0114B6017}"/>
              </a:ext>
            </a:extLst>
          </p:cNvPr>
          <p:cNvCxnSpPr>
            <a:cxnSpLocks/>
          </p:cNvCxnSpPr>
          <p:nvPr/>
        </p:nvCxnSpPr>
        <p:spPr>
          <a:xfrm rot="5400000">
            <a:off x="1762146" y="6241228"/>
            <a:ext cx="604560" cy="299049"/>
          </a:xfrm>
          <a:prstGeom prst="bentConnector3">
            <a:avLst>
              <a:gd name="adj1" fmla="val 2945"/>
            </a:avLst>
          </a:prstGeom>
          <a:ln w="28575">
            <a:solidFill>
              <a:srgbClr val="28AA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ZoneTexte 29">
            <a:extLst>
              <a:ext uri="{FF2B5EF4-FFF2-40B4-BE49-F238E27FC236}">
                <a16:creationId xmlns:a16="http://schemas.microsoft.com/office/drawing/2014/main" id="{009A8EB5-E46D-8F9C-FEEB-4EC255CC48F8}"/>
              </a:ext>
            </a:extLst>
          </p:cNvPr>
          <p:cNvSpPr txBox="1"/>
          <p:nvPr/>
        </p:nvSpPr>
        <p:spPr>
          <a:xfrm>
            <a:off x="1155168" y="5826862"/>
            <a:ext cx="112624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fr-FR" dirty="0"/>
              <a:t>PB4 (GPIO OUT)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AA73638-B5E7-9ABA-78B3-E8603F753D66}"/>
              </a:ext>
            </a:extLst>
          </p:cNvPr>
          <p:cNvSpPr/>
          <p:nvPr/>
        </p:nvSpPr>
        <p:spPr>
          <a:xfrm>
            <a:off x="9012428" y="1193800"/>
            <a:ext cx="1920240" cy="736600"/>
          </a:xfrm>
          <a:prstGeom prst="rect">
            <a:avLst/>
          </a:prstGeom>
          <a:solidFill>
            <a:srgbClr val="CCE3F6"/>
          </a:solidFill>
          <a:ln w="28575">
            <a:solidFill>
              <a:srgbClr val="28AA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28AAE1"/>
                </a:solidFill>
              </a:rPr>
              <a:t>Alimentation 5VDC</a:t>
            </a:r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4B865E29-8BE3-9A07-7DD8-3CE84FA7C180}"/>
              </a:ext>
            </a:extLst>
          </p:cNvPr>
          <p:cNvCxnSpPr>
            <a:cxnSpLocks/>
          </p:cNvCxnSpPr>
          <p:nvPr/>
        </p:nvCxnSpPr>
        <p:spPr>
          <a:xfrm>
            <a:off x="5458776" y="3021060"/>
            <a:ext cx="367512" cy="0"/>
          </a:xfrm>
          <a:prstGeom prst="line">
            <a:avLst/>
          </a:prstGeom>
          <a:ln w="28575">
            <a:solidFill>
              <a:srgbClr val="28AA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6A74BB80-93D8-E2CF-8D29-460373A9D2FB}"/>
              </a:ext>
            </a:extLst>
          </p:cNvPr>
          <p:cNvCxnSpPr>
            <a:cxnSpLocks/>
          </p:cNvCxnSpPr>
          <p:nvPr/>
        </p:nvCxnSpPr>
        <p:spPr>
          <a:xfrm>
            <a:off x="5618845" y="3396202"/>
            <a:ext cx="183756" cy="0"/>
          </a:xfrm>
          <a:prstGeom prst="line">
            <a:avLst/>
          </a:prstGeom>
          <a:ln w="28575">
            <a:solidFill>
              <a:srgbClr val="28AA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93DB1FA0-CA91-8544-2AB9-DA37F230CFC1}"/>
              </a:ext>
            </a:extLst>
          </p:cNvPr>
          <p:cNvSpPr/>
          <p:nvPr/>
        </p:nvSpPr>
        <p:spPr>
          <a:xfrm>
            <a:off x="255147" y="3944168"/>
            <a:ext cx="1376297" cy="956496"/>
          </a:xfrm>
          <a:prstGeom prst="rect">
            <a:avLst/>
          </a:prstGeom>
          <a:solidFill>
            <a:srgbClr val="CCE3F6"/>
          </a:solidFill>
          <a:ln w="28575">
            <a:solidFill>
              <a:srgbClr val="28AA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28AAE1"/>
                </a:solidFill>
              </a:rPr>
              <a:t>Écran LCD 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97DE8854-F8BF-541D-ACB5-E83DF3F06318}"/>
              </a:ext>
            </a:extLst>
          </p:cNvPr>
          <p:cNvCxnSpPr/>
          <p:nvPr/>
        </p:nvCxnSpPr>
        <p:spPr>
          <a:xfrm>
            <a:off x="1646380" y="4067383"/>
            <a:ext cx="537042" cy="0"/>
          </a:xfrm>
          <a:prstGeom prst="line">
            <a:avLst/>
          </a:prstGeom>
          <a:ln w="28575">
            <a:solidFill>
              <a:srgbClr val="28AA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67C214E9-44A8-FCDE-AD3C-7A8F008CAE4A}"/>
              </a:ext>
            </a:extLst>
          </p:cNvPr>
          <p:cNvCxnSpPr/>
          <p:nvPr/>
        </p:nvCxnSpPr>
        <p:spPr>
          <a:xfrm>
            <a:off x="1685314" y="3021060"/>
            <a:ext cx="537042" cy="0"/>
          </a:xfrm>
          <a:prstGeom prst="line">
            <a:avLst/>
          </a:prstGeom>
          <a:ln w="28575">
            <a:solidFill>
              <a:srgbClr val="28AA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4EFB177D-477F-52CC-3E6A-439205F74410}"/>
              </a:ext>
            </a:extLst>
          </p:cNvPr>
          <p:cNvSpPr/>
          <p:nvPr/>
        </p:nvSpPr>
        <p:spPr>
          <a:xfrm>
            <a:off x="318661" y="1146051"/>
            <a:ext cx="1366653" cy="742332"/>
          </a:xfrm>
          <a:prstGeom prst="rect">
            <a:avLst/>
          </a:prstGeom>
          <a:solidFill>
            <a:srgbClr val="CCE3F6"/>
          </a:solidFill>
          <a:ln w="28575">
            <a:solidFill>
              <a:srgbClr val="28AA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28AAE1"/>
                </a:solidFill>
              </a:rPr>
              <a:t>Écran LCD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AAA3EE98-251D-B4EC-0F5E-18398B75934D}"/>
              </a:ext>
            </a:extLst>
          </p:cNvPr>
          <p:cNvSpPr txBox="1"/>
          <p:nvPr/>
        </p:nvSpPr>
        <p:spPr>
          <a:xfrm>
            <a:off x="290585" y="3236818"/>
            <a:ext cx="156326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fr-FR" dirty="0"/>
              <a:t>PB1 (GPIO OUT)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1F5D395C-610A-5CFF-4611-C1F358A844C9}"/>
              </a:ext>
            </a:extLst>
          </p:cNvPr>
          <p:cNvSpPr txBox="1"/>
          <p:nvPr/>
        </p:nvSpPr>
        <p:spPr>
          <a:xfrm>
            <a:off x="189063" y="4926921"/>
            <a:ext cx="156326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fr-FR" dirty="0"/>
              <a:t>PB0, PB2 et PB8 </a:t>
            </a:r>
          </a:p>
          <a:p>
            <a:r>
              <a:rPr lang="fr-FR" dirty="0"/>
              <a:t>(GPIO OUT)</a:t>
            </a:r>
          </a:p>
        </p:txBody>
      </p: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BF470509-C286-8D0C-7645-2E2F13E24A7D}"/>
              </a:ext>
            </a:extLst>
          </p:cNvPr>
          <p:cNvCxnSpPr>
            <a:cxnSpLocks/>
          </p:cNvCxnSpPr>
          <p:nvPr/>
        </p:nvCxnSpPr>
        <p:spPr>
          <a:xfrm flipH="1">
            <a:off x="1646380" y="5357808"/>
            <a:ext cx="522106" cy="0"/>
          </a:xfrm>
          <a:prstGeom prst="line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A1027CE4-76F0-0474-4284-591EA50425CB}"/>
              </a:ext>
            </a:extLst>
          </p:cNvPr>
          <p:cNvCxnSpPr/>
          <p:nvPr/>
        </p:nvCxnSpPr>
        <p:spPr>
          <a:xfrm flipH="1">
            <a:off x="1646380" y="5703248"/>
            <a:ext cx="537042" cy="0"/>
          </a:xfrm>
          <a:prstGeom prst="line">
            <a:avLst/>
          </a:prstGeom>
          <a:ln w="28575">
            <a:solidFill>
              <a:schemeClr val="accent2"/>
            </a:solidFill>
            <a:headEnd type="none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3" name="ZoneTexte 32">
            <a:extLst>
              <a:ext uri="{FF2B5EF4-FFF2-40B4-BE49-F238E27FC236}">
                <a16:creationId xmlns:a16="http://schemas.microsoft.com/office/drawing/2014/main" id="{36C55E4E-6C12-5953-8E2A-B0B70F329F27}"/>
              </a:ext>
            </a:extLst>
          </p:cNvPr>
          <p:cNvSpPr txBox="1"/>
          <p:nvPr/>
        </p:nvSpPr>
        <p:spPr>
          <a:xfrm>
            <a:off x="341463" y="5079321"/>
            <a:ext cx="156326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fr-FR" dirty="0"/>
              <a:t>Vers IN3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5CFD047B-419B-C27E-392C-0091B5B81A23}"/>
              </a:ext>
            </a:extLst>
          </p:cNvPr>
          <p:cNvSpPr txBox="1"/>
          <p:nvPr/>
        </p:nvSpPr>
        <p:spPr>
          <a:xfrm>
            <a:off x="952311" y="5238912"/>
            <a:ext cx="67913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fr-FR" dirty="0"/>
              <a:t>Vers IN3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C5261711-7572-08B3-8B54-637F4F8B80CD}"/>
              </a:ext>
            </a:extLst>
          </p:cNvPr>
          <p:cNvSpPr txBox="1"/>
          <p:nvPr/>
        </p:nvSpPr>
        <p:spPr>
          <a:xfrm>
            <a:off x="936661" y="5558568"/>
            <a:ext cx="69478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fr-FR" dirty="0"/>
              <a:t>Vers IN4</a:t>
            </a: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FEA2F9C0-BE87-E7FF-B337-A9903AF79A26}"/>
              </a:ext>
            </a:extLst>
          </p:cNvPr>
          <p:cNvSpPr txBox="1"/>
          <p:nvPr/>
        </p:nvSpPr>
        <p:spPr>
          <a:xfrm>
            <a:off x="10891325" y="2404696"/>
            <a:ext cx="39095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fr-FR" dirty="0"/>
              <a:t>IN3</a:t>
            </a:r>
          </a:p>
        </p:txBody>
      </p:sp>
      <p:cxnSp>
        <p:nvCxnSpPr>
          <p:cNvPr id="39" name="Connecteur droit 38">
            <a:extLst>
              <a:ext uri="{FF2B5EF4-FFF2-40B4-BE49-F238E27FC236}">
                <a16:creationId xmlns:a16="http://schemas.microsoft.com/office/drawing/2014/main" id="{F6AA2759-F91E-FCFB-1EFA-3F3348F2D54A}"/>
              </a:ext>
            </a:extLst>
          </p:cNvPr>
          <p:cNvCxnSpPr/>
          <p:nvPr/>
        </p:nvCxnSpPr>
        <p:spPr>
          <a:xfrm flipH="1">
            <a:off x="10932668" y="2685745"/>
            <a:ext cx="537042" cy="0"/>
          </a:xfrm>
          <a:prstGeom prst="line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0" name="Connecteur droit 39">
            <a:extLst>
              <a:ext uri="{FF2B5EF4-FFF2-40B4-BE49-F238E27FC236}">
                <a16:creationId xmlns:a16="http://schemas.microsoft.com/office/drawing/2014/main" id="{4E6144FE-C452-5707-573B-3C2018F62C2D}"/>
              </a:ext>
            </a:extLst>
          </p:cNvPr>
          <p:cNvCxnSpPr/>
          <p:nvPr/>
        </p:nvCxnSpPr>
        <p:spPr>
          <a:xfrm flipH="1">
            <a:off x="10932668" y="2890901"/>
            <a:ext cx="537042" cy="0"/>
          </a:xfrm>
          <a:prstGeom prst="line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1" name="ZoneTexte 40">
            <a:extLst>
              <a:ext uri="{FF2B5EF4-FFF2-40B4-BE49-F238E27FC236}">
                <a16:creationId xmlns:a16="http://schemas.microsoft.com/office/drawing/2014/main" id="{E559D9A4-FFF5-403B-FC90-E22129267DD5}"/>
              </a:ext>
            </a:extLst>
          </p:cNvPr>
          <p:cNvSpPr txBox="1"/>
          <p:nvPr/>
        </p:nvSpPr>
        <p:spPr>
          <a:xfrm>
            <a:off x="10950203" y="2674139"/>
            <a:ext cx="39095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fr-FR" dirty="0"/>
              <a:t>IN4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7813F324-E34D-0A1A-1064-A44A61DAB51A}"/>
              </a:ext>
            </a:extLst>
          </p:cNvPr>
          <p:cNvSpPr txBox="1"/>
          <p:nvPr/>
        </p:nvSpPr>
        <p:spPr>
          <a:xfrm>
            <a:off x="11397138" y="2572518"/>
            <a:ext cx="67913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fr-FR" dirty="0"/>
              <a:t>De PB9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242DC180-DD47-0F6C-F422-E38717AF5B84}"/>
              </a:ext>
            </a:extLst>
          </p:cNvPr>
          <p:cNvSpPr txBox="1"/>
          <p:nvPr/>
        </p:nvSpPr>
        <p:spPr>
          <a:xfrm>
            <a:off x="11453121" y="2777514"/>
            <a:ext cx="67913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fr-FR" dirty="0"/>
              <a:t>De PB5</a:t>
            </a:r>
          </a:p>
        </p:txBody>
      </p:sp>
    </p:spTree>
    <p:extLst>
      <p:ext uri="{BB962C8B-B14F-4D97-AF65-F5344CB8AC3E}">
        <p14:creationId xmlns:p14="http://schemas.microsoft.com/office/powerpoint/2010/main" val="3548563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4D22D1C8-6D8C-11AE-8030-F2131AAB4F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2809" y="640080"/>
            <a:ext cx="3018951" cy="301895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EAD5D02-C086-E3FB-4F5D-C58B28A51F1B}"/>
              </a:ext>
            </a:extLst>
          </p:cNvPr>
          <p:cNvSpPr/>
          <p:nvPr/>
        </p:nvSpPr>
        <p:spPr>
          <a:xfrm>
            <a:off x="4695351" y="111760"/>
            <a:ext cx="3046569" cy="5283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Carte moteur SBC-MotorDriver2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B82ECF7A-4C01-A751-F810-EC80AE4D38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303" b="9132"/>
          <a:stretch>
            <a:fillRect/>
          </a:stretch>
        </p:blipFill>
        <p:spPr>
          <a:xfrm>
            <a:off x="146377" y="731520"/>
            <a:ext cx="3203598" cy="4327426"/>
          </a:xfrm>
          <a:prstGeom prst="rect">
            <a:avLst/>
          </a:prstGeom>
        </p:spPr>
      </p:pic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2066AD84-1777-BB91-9D9F-E909DEC5AD28}"/>
              </a:ext>
            </a:extLst>
          </p:cNvPr>
          <p:cNvCxnSpPr>
            <a:cxnSpLocks/>
          </p:cNvCxnSpPr>
          <p:nvPr/>
        </p:nvCxnSpPr>
        <p:spPr>
          <a:xfrm flipV="1">
            <a:off x="5323840" y="3659031"/>
            <a:ext cx="0" cy="210168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2A420681-9B9F-A255-97DA-676F0025CEFF}"/>
              </a:ext>
            </a:extLst>
          </p:cNvPr>
          <p:cNvCxnSpPr>
            <a:cxnSpLocks/>
          </p:cNvCxnSpPr>
          <p:nvPr/>
        </p:nvCxnSpPr>
        <p:spPr>
          <a:xfrm flipV="1">
            <a:off x="5699760" y="3659031"/>
            <a:ext cx="0" cy="210168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F5833C4E-2F99-F65A-34F1-FC95C7222A98}"/>
              </a:ext>
            </a:extLst>
          </p:cNvPr>
          <p:cNvSpPr/>
          <p:nvPr/>
        </p:nvSpPr>
        <p:spPr>
          <a:xfrm>
            <a:off x="4398269" y="5359078"/>
            <a:ext cx="2101688" cy="5283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Alim 5-12V</a:t>
            </a:r>
            <a:endParaRPr lang="fr-FR" dirty="0"/>
          </a:p>
        </p:txBody>
      </p:sp>
      <p:grpSp>
        <p:nvGrpSpPr>
          <p:cNvPr id="29" name="Groupe 28">
            <a:extLst>
              <a:ext uri="{FF2B5EF4-FFF2-40B4-BE49-F238E27FC236}">
                <a16:creationId xmlns:a16="http://schemas.microsoft.com/office/drawing/2014/main" id="{3EC52FDE-A8FF-E07C-107E-9CC05DF9FB1F}"/>
              </a:ext>
            </a:extLst>
          </p:cNvPr>
          <p:cNvGrpSpPr/>
          <p:nvPr/>
        </p:nvGrpSpPr>
        <p:grpSpPr>
          <a:xfrm>
            <a:off x="2905760" y="3659031"/>
            <a:ext cx="3594196" cy="902809"/>
            <a:chOff x="2905760" y="3659031"/>
            <a:chExt cx="3614054" cy="902809"/>
          </a:xfrm>
        </p:grpSpPr>
        <p:cxnSp>
          <p:nvCxnSpPr>
            <p:cNvPr id="25" name="Connecteur droit 24">
              <a:extLst>
                <a:ext uri="{FF2B5EF4-FFF2-40B4-BE49-F238E27FC236}">
                  <a16:creationId xmlns:a16="http://schemas.microsoft.com/office/drawing/2014/main" id="{CEF807B6-B2B3-7FBA-1586-1D2BE17B85BF}"/>
                </a:ext>
              </a:extLst>
            </p:cNvPr>
            <p:cNvCxnSpPr>
              <a:cxnSpLocks/>
            </p:cNvCxnSpPr>
            <p:nvPr/>
          </p:nvCxnSpPr>
          <p:spPr>
            <a:xfrm>
              <a:off x="2905760" y="4561840"/>
              <a:ext cx="3614054" cy="0"/>
            </a:xfrm>
            <a:prstGeom prst="line">
              <a:avLst/>
            </a:prstGeom>
            <a:ln w="38100"/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cteur droit 26">
              <a:extLst>
                <a:ext uri="{FF2B5EF4-FFF2-40B4-BE49-F238E27FC236}">
                  <a16:creationId xmlns:a16="http://schemas.microsoft.com/office/drawing/2014/main" id="{3198C868-B6F1-EC30-C296-5156447D3A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19814" y="3659031"/>
              <a:ext cx="0" cy="902809"/>
            </a:xfrm>
            <a:prstGeom prst="line">
              <a:avLst/>
            </a:prstGeom>
            <a:ln w="38100"/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2B533E32-6263-CA24-E999-18CD6750C5C1}"/>
              </a:ext>
            </a:extLst>
          </p:cNvPr>
          <p:cNvGrpSpPr/>
          <p:nvPr/>
        </p:nvGrpSpPr>
        <p:grpSpPr>
          <a:xfrm>
            <a:off x="609600" y="3659031"/>
            <a:ext cx="6146800" cy="1573369"/>
            <a:chOff x="2905760" y="3659031"/>
            <a:chExt cx="3698240" cy="902809"/>
          </a:xfrm>
        </p:grpSpPr>
        <p:cxnSp>
          <p:nvCxnSpPr>
            <p:cNvPr id="31" name="Connecteur droit 30">
              <a:extLst>
                <a:ext uri="{FF2B5EF4-FFF2-40B4-BE49-F238E27FC236}">
                  <a16:creationId xmlns:a16="http://schemas.microsoft.com/office/drawing/2014/main" id="{B2273B92-35DD-E9E1-2541-B255E248A7E7}"/>
                </a:ext>
              </a:extLst>
            </p:cNvPr>
            <p:cNvCxnSpPr/>
            <p:nvPr/>
          </p:nvCxnSpPr>
          <p:spPr>
            <a:xfrm>
              <a:off x="2905760" y="4561840"/>
              <a:ext cx="3698240" cy="0"/>
            </a:xfrm>
            <a:prstGeom prst="line">
              <a:avLst/>
            </a:prstGeom>
            <a:ln w="38100"/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eur droit 31">
              <a:extLst>
                <a:ext uri="{FF2B5EF4-FFF2-40B4-BE49-F238E27FC236}">
                  <a16:creationId xmlns:a16="http://schemas.microsoft.com/office/drawing/2014/main" id="{3E321979-39F8-0C68-9899-7CD3A886E2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04000" y="3659031"/>
              <a:ext cx="0" cy="902809"/>
            </a:xfrm>
            <a:prstGeom prst="line">
              <a:avLst/>
            </a:prstGeom>
            <a:ln w="38100"/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4" name="Connecteur droit 33">
            <a:extLst>
              <a:ext uri="{FF2B5EF4-FFF2-40B4-BE49-F238E27FC236}">
                <a16:creationId xmlns:a16="http://schemas.microsoft.com/office/drawing/2014/main" id="{19EA3794-163F-6FD6-DD6E-DDF25B38F86A}"/>
              </a:ext>
            </a:extLst>
          </p:cNvPr>
          <p:cNvCxnSpPr>
            <a:cxnSpLocks/>
          </p:cNvCxnSpPr>
          <p:nvPr/>
        </p:nvCxnSpPr>
        <p:spPr>
          <a:xfrm>
            <a:off x="599440" y="4561840"/>
            <a:ext cx="223520" cy="0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34">
            <a:extLst>
              <a:ext uri="{FF2B5EF4-FFF2-40B4-BE49-F238E27FC236}">
                <a16:creationId xmlns:a16="http://schemas.microsoft.com/office/drawing/2014/main" id="{BE58AA6C-6C8E-0D8C-5B5D-FB9A64DAE025}"/>
              </a:ext>
            </a:extLst>
          </p:cNvPr>
          <p:cNvCxnSpPr>
            <a:cxnSpLocks/>
          </p:cNvCxnSpPr>
          <p:nvPr/>
        </p:nvCxnSpPr>
        <p:spPr>
          <a:xfrm flipV="1">
            <a:off x="609600" y="4561840"/>
            <a:ext cx="0" cy="670560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8" name="ZoneTexte 37">
            <a:extLst>
              <a:ext uri="{FF2B5EF4-FFF2-40B4-BE49-F238E27FC236}">
                <a16:creationId xmlns:a16="http://schemas.microsoft.com/office/drawing/2014/main" id="{DCEDABD2-18AE-6EF7-8C9C-6EFCEE4EAB3F}"/>
              </a:ext>
            </a:extLst>
          </p:cNvPr>
          <p:cNvSpPr txBox="1"/>
          <p:nvPr/>
        </p:nvSpPr>
        <p:spPr>
          <a:xfrm>
            <a:off x="6151883" y="3659030"/>
            <a:ext cx="4317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fr-FR" dirty="0"/>
              <a:t>IN1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E6956507-9B3B-C2F1-D864-FD95B4886616}"/>
              </a:ext>
            </a:extLst>
          </p:cNvPr>
          <p:cNvSpPr txBox="1"/>
          <p:nvPr/>
        </p:nvSpPr>
        <p:spPr>
          <a:xfrm>
            <a:off x="6441998" y="3667897"/>
            <a:ext cx="4317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fr-FR" dirty="0"/>
              <a:t>IN2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A31E0A2B-7E8D-71BC-7611-196AC8BAB114}"/>
              </a:ext>
            </a:extLst>
          </p:cNvPr>
          <p:cNvSpPr txBox="1"/>
          <p:nvPr/>
        </p:nvSpPr>
        <p:spPr>
          <a:xfrm>
            <a:off x="5003824" y="3641260"/>
            <a:ext cx="4317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fr-FR" dirty="0"/>
              <a:t>+</a:t>
            </a: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2ACBC885-669C-189F-277A-68A15F275957}"/>
              </a:ext>
            </a:extLst>
          </p:cNvPr>
          <p:cNvSpPr txBox="1"/>
          <p:nvPr/>
        </p:nvSpPr>
        <p:spPr>
          <a:xfrm>
            <a:off x="5313680" y="3659030"/>
            <a:ext cx="4978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fr-FR" dirty="0"/>
              <a:t>GND</a:t>
            </a:r>
          </a:p>
        </p:txBody>
      </p:sp>
      <p:pic>
        <p:nvPicPr>
          <p:cNvPr id="43" name="Image 42">
            <a:extLst>
              <a:ext uri="{FF2B5EF4-FFF2-40B4-BE49-F238E27FC236}">
                <a16:creationId xmlns:a16="http://schemas.microsoft.com/office/drawing/2014/main" id="{51CFC10C-68EC-B639-DE1D-08C47B484D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4126" y="1191164"/>
            <a:ext cx="1116427" cy="1104996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41BE5E72-B8A8-1F62-55D7-469288B0EF65}"/>
              </a:ext>
            </a:extLst>
          </p:cNvPr>
          <p:cNvSpPr/>
          <p:nvPr/>
        </p:nvSpPr>
        <p:spPr>
          <a:xfrm>
            <a:off x="3217094" y="792847"/>
            <a:ext cx="1224259" cy="3979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FAN</a:t>
            </a:r>
          </a:p>
        </p:txBody>
      </p:sp>
      <p:cxnSp>
        <p:nvCxnSpPr>
          <p:cNvPr id="45" name="Connecteur droit 44">
            <a:extLst>
              <a:ext uri="{FF2B5EF4-FFF2-40B4-BE49-F238E27FC236}">
                <a16:creationId xmlns:a16="http://schemas.microsoft.com/office/drawing/2014/main" id="{495FA090-8CF3-3C08-CC5A-36530F5D8C43}"/>
              </a:ext>
            </a:extLst>
          </p:cNvPr>
          <p:cNvCxnSpPr>
            <a:cxnSpLocks/>
          </p:cNvCxnSpPr>
          <p:nvPr/>
        </p:nvCxnSpPr>
        <p:spPr>
          <a:xfrm flipV="1">
            <a:off x="3545840" y="2296160"/>
            <a:ext cx="0" cy="21915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eur droit 47">
            <a:extLst>
              <a:ext uri="{FF2B5EF4-FFF2-40B4-BE49-F238E27FC236}">
                <a16:creationId xmlns:a16="http://schemas.microsoft.com/office/drawing/2014/main" id="{8C33E16B-462F-8CD2-A649-79A92C9C00B8}"/>
              </a:ext>
            </a:extLst>
          </p:cNvPr>
          <p:cNvCxnSpPr>
            <a:cxnSpLocks/>
          </p:cNvCxnSpPr>
          <p:nvPr/>
        </p:nvCxnSpPr>
        <p:spPr>
          <a:xfrm flipH="1">
            <a:off x="3545840" y="2515316"/>
            <a:ext cx="116696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eur droit 51">
            <a:extLst>
              <a:ext uri="{FF2B5EF4-FFF2-40B4-BE49-F238E27FC236}">
                <a16:creationId xmlns:a16="http://schemas.microsoft.com/office/drawing/2014/main" id="{9A3183F4-D35A-D53F-C28E-8D20AFA114CE}"/>
              </a:ext>
            </a:extLst>
          </p:cNvPr>
          <p:cNvCxnSpPr>
            <a:cxnSpLocks/>
          </p:cNvCxnSpPr>
          <p:nvPr/>
        </p:nvCxnSpPr>
        <p:spPr>
          <a:xfrm flipV="1">
            <a:off x="3683000" y="2301956"/>
            <a:ext cx="0" cy="5341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90B97A4A-EC4F-9241-08EC-2B6F95B01A36}"/>
              </a:ext>
            </a:extLst>
          </p:cNvPr>
          <p:cNvCxnSpPr>
            <a:cxnSpLocks/>
          </p:cNvCxnSpPr>
          <p:nvPr/>
        </p:nvCxnSpPr>
        <p:spPr>
          <a:xfrm flipH="1">
            <a:off x="3683000" y="2836072"/>
            <a:ext cx="102980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ZoneTexte 55">
            <a:extLst>
              <a:ext uri="{FF2B5EF4-FFF2-40B4-BE49-F238E27FC236}">
                <a16:creationId xmlns:a16="http://schemas.microsoft.com/office/drawing/2014/main" id="{F3A08847-9543-D928-ADC3-AA34187BCAC9}"/>
              </a:ext>
            </a:extLst>
          </p:cNvPr>
          <p:cNvSpPr txBox="1"/>
          <p:nvPr/>
        </p:nvSpPr>
        <p:spPr>
          <a:xfrm>
            <a:off x="3295215" y="2239182"/>
            <a:ext cx="4317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fr-FR" dirty="0"/>
              <a:t>+</a:t>
            </a:r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id="{15DB2D1E-6258-9E22-A36F-0E192C1EE1AA}"/>
              </a:ext>
            </a:extLst>
          </p:cNvPr>
          <p:cNvSpPr txBox="1"/>
          <p:nvPr/>
        </p:nvSpPr>
        <p:spPr>
          <a:xfrm>
            <a:off x="3669193" y="2255293"/>
            <a:ext cx="4978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fr-FR" dirty="0"/>
              <a:t>GND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DA70C8BB-F617-4A9A-D1DB-1EBC7C3D76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0517" y="2239182"/>
            <a:ext cx="1157761" cy="930984"/>
          </a:xfrm>
          <a:prstGeom prst="rect">
            <a:avLst/>
          </a:prstGeom>
        </p:spPr>
      </p:pic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8E13361A-7CEE-9348-6BEA-013689913319}"/>
              </a:ext>
            </a:extLst>
          </p:cNvPr>
          <p:cNvCxnSpPr>
            <a:cxnSpLocks/>
          </p:cNvCxnSpPr>
          <p:nvPr/>
        </p:nvCxnSpPr>
        <p:spPr>
          <a:xfrm flipH="1">
            <a:off x="7731760" y="2875057"/>
            <a:ext cx="181720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F4398F1C-5A46-90F2-337B-280CBBCC5384}"/>
              </a:ext>
            </a:extLst>
          </p:cNvPr>
          <p:cNvCxnSpPr>
            <a:cxnSpLocks/>
          </p:cNvCxnSpPr>
          <p:nvPr/>
        </p:nvCxnSpPr>
        <p:spPr>
          <a:xfrm flipH="1">
            <a:off x="7741920" y="2584612"/>
            <a:ext cx="180704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ZoneTexte 19">
            <a:extLst>
              <a:ext uri="{FF2B5EF4-FFF2-40B4-BE49-F238E27FC236}">
                <a16:creationId xmlns:a16="http://schemas.microsoft.com/office/drawing/2014/main" id="{C1587BA3-158B-2655-D7AC-AB3CE81A614D}"/>
              </a:ext>
            </a:extLst>
          </p:cNvPr>
          <p:cNvSpPr txBox="1"/>
          <p:nvPr/>
        </p:nvSpPr>
        <p:spPr>
          <a:xfrm>
            <a:off x="9221437" y="2337420"/>
            <a:ext cx="4978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fr-FR" dirty="0"/>
              <a:t>GND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23D5504E-5416-5E34-D81C-638275E6D3EA}"/>
              </a:ext>
            </a:extLst>
          </p:cNvPr>
          <p:cNvSpPr txBox="1"/>
          <p:nvPr/>
        </p:nvSpPr>
        <p:spPr>
          <a:xfrm>
            <a:off x="9287500" y="2633623"/>
            <a:ext cx="4317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fr-FR" dirty="0"/>
              <a:t>+</a:t>
            </a:r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F7C41D2C-4C61-B6C4-616A-5C86EF4D0454}"/>
              </a:ext>
            </a:extLst>
          </p:cNvPr>
          <p:cNvCxnSpPr>
            <a:cxnSpLocks/>
          </p:cNvCxnSpPr>
          <p:nvPr/>
        </p:nvCxnSpPr>
        <p:spPr>
          <a:xfrm flipV="1">
            <a:off x="6966674" y="3659031"/>
            <a:ext cx="0" cy="2359804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38A71B2D-6FD4-12C6-602E-AB1240C2FFD5}"/>
              </a:ext>
            </a:extLst>
          </p:cNvPr>
          <p:cNvCxnSpPr>
            <a:cxnSpLocks/>
          </p:cNvCxnSpPr>
          <p:nvPr/>
        </p:nvCxnSpPr>
        <p:spPr>
          <a:xfrm flipV="1">
            <a:off x="7251710" y="3659031"/>
            <a:ext cx="17836" cy="2579723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6" name="ZoneTexte 25">
            <a:extLst>
              <a:ext uri="{FF2B5EF4-FFF2-40B4-BE49-F238E27FC236}">
                <a16:creationId xmlns:a16="http://schemas.microsoft.com/office/drawing/2014/main" id="{5901AC9F-E50F-1FBF-9494-7C08AACA1A5E}"/>
              </a:ext>
            </a:extLst>
          </p:cNvPr>
          <p:cNvSpPr txBox="1"/>
          <p:nvPr/>
        </p:nvSpPr>
        <p:spPr>
          <a:xfrm>
            <a:off x="6924064" y="3712513"/>
            <a:ext cx="4317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fr-FR" dirty="0"/>
              <a:t>IN3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4EDFC1E2-19D9-6CC5-2750-A718F6140CE7}"/>
              </a:ext>
            </a:extLst>
          </p:cNvPr>
          <p:cNvSpPr txBox="1"/>
          <p:nvPr/>
        </p:nvSpPr>
        <p:spPr>
          <a:xfrm>
            <a:off x="7251710" y="3712513"/>
            <a:ext cx="4317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fr-FR" dirty="0"/>
              <a:t>IN4</a:t>
            </a:r>
          </a:p>
        </p:txBody>
      </p:sp>
      <p:cxnSp>
        <p:nvCxnSpPr>
          <p:cNvPr id="42" name="Connecteur droit 41">
            <a:extLst>
              <a:ext uri="{FF2B5EF4-FFF2-40B4-BE49-F238E27FC236}">
                <a16:creationId xmlns:a16="http://schemas.microsoft.com/office/drawing/2014/main" id="{8D26CD56-0696-8296-0746-D3A03A39CE0C}"/>
              </a:ext>
            </a:extLst>
          </p:cNvPr>
          <p:cNvCxnSpPr>
            <a:cxnSpLocks/>
          </p:cNvCxnSpPr>
          <p:nvPr/>
        </p:nvCxnSpPr>
        <p:spPr>
          <a:xfrm>
            <a:off x="300942" y="6003208"/>
            <a:ext cx="666573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0" name="Connecteur droit 49">
            <a:extLst>
              <a:ext uri="{FF2B5EF4-FFF2-40B4-BE49-F238E27FC236}">
                <a16:creationId xmlns:a16="http://schemas.microsoft.com/office/drawing/2014/main" id="{11AA3E7D-B01C-BB92-2EBC-27BD3E11EB99}"/>
              </a:ext>
            </a:extLst>
          </p:cNvPr>
          <p:cNvCxnSpPr>
            <a:cxnSpLocks/>
          </p:cNvCxnSpPr>
          <p:nvPr/>
        </p:nvCxnSpPr>
        <p:spPr>
          <a:xfrm flipV="1">
            <a:off x="146377" y="6213481"/>
            <a:ext cx="7128955" cy="25273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53">
            <a:extLst>
              <a:ext uri="{FF2B5EF4-FFF2-40B4-BE49-F238E27FC236}">
                <a16:creationId xmlns:a16="http://schemas.microsoft.com/office/drawing/2014/main" id="{484C8E23-C18C-05FE-8FF3-82988D79A700}"/>
              </a:ext>
            </a:extLst>
          </p:cNvPr>
          <p:cNvCxnSpPr>
            <a:cxnSpLocks/>
          </p:cNvCxnSpPr>
          <p:nvPr/>
        </p:nvCxnSpPr>
        <p:spPr>
          <a:xfrm flipV="1">
            <a:off x="312517" y="4352081"/>
            <a:ext cx="0" cy="1662702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>
            <a:extLst>
              <a:ext uri="{FF2B5EF4-FFF2-40B4-BE49-F238E27FC236}">
                <a16:creationId xmlns:a16="http://schemas.microsoft.com/office/drawing/2014/main" id="{4C88C998-FE47-F0DE-1EE3-A4FF5C32070F}"/>
              </a:ext>
            </a:extLst>
          </p:cNvPr>
          <p:cNvCxnSpPr>
            <a:cxnSpLocks/>
          </p:cNvCxnSpPr>
          <p:nvPr/>
        </p:nvCxnSpPr>
        <p:spPr>
          <a:xfrm>
            <a:off x="312517" y="4349957"/>
            <a:ext cx="49578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59">
            <a:extLst>
              <a:ext uri="{FF2B5EF4-FFF2-40B4-BE49-F238E27FC236}">
                <a16:creationId xmlns:a16="http://schemas.microsoft.com/office/drawing/2014/main" id="{A142DE98-80AF-17AD-342F-E6B22A25B129}"/>
              </a:ext>
            </a:extLst>
          </p:cNvPr>
          <p:cNvCxnSpPr>
            <a:cxnSpLocks/>
          </p:cNvCxnSpPr>
          <p:nvPr/>
        </p:nvCxnSpPr>
        <p:spPr>
          <a:xfrm>
            <a:off x="146377" y="4110435"/>
            <a:ext cx="650347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2" name="Connecteur droit 61">
            <a:extLst>
              <a:ext uri="{FF2B5EF4-FFF2-40B4-BE49-F238E27FC236}">
                <a16:creationId xmlns:a16="http://schemas.microsoft.com/office/drawing/2014/main" id="{EB7FACA9-F948-1405-4375-8EB56551D90B}"/>
              </a:ext>
            </a:extLst>
          </p:cNvPr>
          <p:cNvCxnSpPr>
            <a:cxnSpLocks/>
          </p:cNvCxnSpPr>
          <p:nvPr/>
        </p:nvCxnSpPr>
        <p:spPr>
          <a:xfrm flipV="1">
            <a:off x="146377" y="4110435"/>
            <a:ext cx="0" cy="2128319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6" name="ZoneTexte 65">
            <a:extLst>
              <a:ext uri="{FF2B5EF4-FFF2-40B4-BE49-F238E27FC236}">
                <a16:creationId xmlns:a16="http://schemas.microsoft.com/office/drawing/2014/main" id="{7B6D9C04-2F6D-08F0-BA5C-5CB058F4EC7F}"/>
              </a:ext>
            </a:extLst>
          </p:cNvPr>
          <p:cNvSpPr txBox="1"/>
          <p:nvPr/>
        </p:nvSpPr>
        <p:spPr>
          <a:xfrm>
            <a:off x="215215" y="4147698"/>
            <a:ext cx="100731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fr-FR" dirty="0"/>
              <a:t>PWM (TIM16_CH1)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B91AD224-25BA-90AA-8CB8-AE05395D30A8}"/>
              </a:ext>
            </a:extLst>
          </p:cNvPr>
          <p:cNvSpPr txBox="1"/>
          <p:nvPr/>
        </p:nvSpPr>
        <p:spPr>
          <a:xfrm>
            <a:off x="96088" y="3823157"/>
            <a:ext cx="83980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fr-FR" dirty="0"/>
              <a:t>GPIO_OUT</a:t>
            </a:r>
          </a:p>
        </p:txBody>
      </p:sp>
    </p:spTree>
    <p:extLst>
      <p:ext uri="{BB962C8B-B14F-4D97-AF65-F5344CB8AC3E}">
        <p14:creationId xmlns:p14="http://schemas.microsoft.com/office/powerpoint/2010/main" val="3643778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99D58-D264-F00F-6A3E-237A4A061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ABE45881-1B2F-B297-B3A8-65B3D87479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303" b="9132"/>
          <a:stretch>
            <a:fillRect/>
          </a:stretch>
        </p:blipFill>
        <p:spPr>
          <a:xfrm>
            <a:off x="2201319" y="904618"/>
            <a:ext cx="3203598" cy="4327426"/>
          </a:xfrm>
          <a:prstGeom prst="rect">
            <a:avLst/>
          </a:prstGeom>
        </p:spPr>
      </p:pic>
      <p:sp>
        <p:nvSpPr>
          <p:cNvPr id="2" name="Ellipse 1">
            <a:extLst>
              <a:ext uri="{FF2B5EF4-FFF2-40B4-BE49-F238E27FC236}">
                <a16:creationId xmlns:a16="http://schemas.microsoft.com/office/drawing/2014/main" id="{41FE021D-B56A-9474-1104-3C92745DB4BC}"/>
              </a:ext>
            </a:extLst>
          </p:cNvPr>
          <p:cNvSpPr/>
          <p:nvPr/>
        </p:nvSpPr>
        <p:spPr>
          <a:xfrm>
            <a:off x="7421504" y="2515869"/>
            <a:ext cx="121919" cy="12546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9CF412A5-CF9B-F5BA-DD8F-2112AF97E7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684178" y="2394214"/>
            <a:ext cx="3680779" cy="1493649"/>
          </a:xfrm>
          <a:prstGeom prst="rect">
            <a:avLst/>
          </a:prstGeom>
        </p:spPr>
      </p:pic>
      <p:cxnSp>
        <p:nvCxnSpPr>
          <p:cNvPr id="15" name="Connecteur : en angle 14">
            <a:extLst>
              <a:ext uri="{FF2B5EF4-FFF2-40B4-BE49-F238E27FC236}">
                <a16:creationId xmlns:a16="http://schemas.microsoft.com/office/drawing/2014/main" id="{1EDFEE63-3142-2BD9-42D3-FC782743E97C}"/>
              </a:ext>
            </a:extLst>
          </p:cNvPr>
          <p:cNvCxnSpPr>
            <a:cxnSpLocks/>
          </p:cNvCxnSpPr>
          <p:nvPr/>
        </p:nvCxnSpPr>
        <p:spPr>
          <a:xfrm rot="10800000" flipV="1">
            <a:off x="4632961" y="1694686"/>
            <a:ext cx="3144785" cy="256034"/>
          </a:xfrm>
          <a:prstGeom prst="bentConnector3">
            <a:avLst>
              <a:gd name="adj1" fmla="val 79804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 : en angle 20">
            <a:extLst>
              <a:ext uri="{FF2B5EF4-FFF2-40B4-BE49-F238E27FC236}">
                <a16:creationId xmlns:a16="http://schemas.microsoft.com/office/drawing/2014/main" id="{17AD9A32-EF59-00C0-E318-3B873D2683F6}"/>
              </a:ext>
            </a:extLst>
          </p:cNvPr>
          <p:cNvCxnSpPr>
            <a:cxnSpLocks/>
          </p:cNvCxnSpPr>
          <p:nvPr/>
        </p:nvCxnSpPr>
        <p:spPr>
          <a:xfrm rot="10800000">
            <a:off x="7187184" y="1694687"/>
            <a:ext cx="590562" cy="347472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eur : en angle 45">
            <a:extLst>
              <a:ext uri="{FF2B5EF4-FFF2-40B4-BE49-F238E27FC236}">
                <a16:creationId xmlns:a16="http://schemas.microsoft.com/office/drawing/2014/main" id="{9DAE1BC9-4184-274D-DF7B-71B4BC030847}"/>
              </a:ext>
            </a:extLst>
          </p:cNvPr>
          <p:cNvCxnSpPr>
            <a:cxnSpLocks/>
          </p:cNvCxnSpPr>
          <p:nvPr/>
        </p:nvCxnSpPr>
        <p:spPr>
          <a:xfrm rot="16200000" flipV="1">
            <a:off x="7194239" y="1982911"/>
            <a:ext cx="871730" cy="295278"/>
          </a:xfrm>
          <a:prstGeom prst="bentConnector3">
            <a:avLst>
              <a:gd name="adj1" fmla="val -1748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eur : en angle 50">
            <a:extLst>
              <a:ext uri="{FF2B5EF4-FFF2-40B4-BE49-F238E27FC236}">
                <a16:creationId xmlns:a16="http://schemas.microsoft.com/office/drawing/2014/main" id="{0BBF572C-32D1-FB1D-2E75-06FF5514F8B5}"/>
              </a:ext>
            </a:extLst>
          </p:cNvPr>
          <p:cNvCxnSpPr>
            <a:cxnSpLocks/>
          </p:cNvCxnSpPr>
          <p:nvPr/>
        </p:nvCxnSpPr>
        <p:spPr>
          <a:xfrm rot="16200000" flipV="1">
            <a:off x="6457217" y="3536802"/>
            <a:ext cx="2357070" cy="306571"/>
          </a:xfrm>
          <a:prstGeom prst="bentConnector3">
            <a:avLst>
              <a:gd name="adj1" fmla="val 344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Ellipse 60">
            <a:extLst>
              <a:ext uri="{FF2B5EF4-FFF2-40B4-BE49-F238E27FC236}">
                <a16:creationId xmlns:a16="http://schemas.microsoft.com/office/drawing/2014/main" id="{D8B4858F-6114-DE06-4F8A-FA17D8B35BC5}"/>
              </a:ext>
            </a:extLst>
          </p:cNvPr>
          <p:cNvSpPr/>
          <p:nvPr/>
        </p:nvSpPr>
        <p:spPr>
          <a:xfrm>
            <a:off x="7421502" y="1999371"/>
            <a:ext cx="121919" cy="12546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63" name="Ellipse 62">
            <a:extLst>
              <a:ext uri="{FF2B5EF4-FFF2-40B4-BE49-F238E27FC236}">
                <a16:creationId xmlns:a16="http://schemas.microsoft.com/office/drawing/2014/main" id="{7DC105F4-3152-A172-083F-F2105F2F9BA1}"/>
              </a:ext>
            </a:extLst>
          </p:cNvPr>
          <p:cNvSpPr/>
          <p:nvPr/>
        </p:nvSpPr>
        <p:spPr>
          <a:xfrm>
            <a:off x="7421502" y="1631950"/>
            <a:ext cx="121919" cy="12546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cxnSp>
        <p:nvCxnSpPr>
          <p:cNvPr id="64" name="Connecteur : en angle 63">
            <a:extLst>
              <a:ext uri="{FF2B5EF4-FFF2-40B4-BE49-F238E27FC236}">
                <a16:creationId xmlns:a16="http://schemas.microsoft.com/office/drawing/2014/main" id="{5CA227E4-F22E-27FD-97AE-718E9B776CC5}"/>
              </a:ext>
            </a:extLst>
          </p:cNvPr>
          <p:cNvCxnSpPr>
            <a:cxnSpLocks/>
          </p:cNvCxnSpPr>
          <p:nvPr/>
        </p:nvCxnSpPr>
        <p:spPr>
          <a:xfrm rot="10800000" flipV="1">
            <a:off x="4655550" y="1847028"/>
            <a:ext cx="3122192" cy="2664012"/>
          </a:xfrm>
          <a:prstGeom prst="bentConnector3">
            <a:avLst>
              <a:gd name="adj1" fmla="val 75431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cteur : en angle 68">
            <a:extLst>
              <a:ext uri="{FF2B5EF4-FFF2-40B4-BE49-F238E27FC236}">
                <a16:creationId xmlns:a16="http://schemas.microsoft.com/office/drawing/2014/main" id="{2828A225-5755-D770-FAD5-91F9601F5909}"/>
              </a:ext>
            </a:extLst>
          </p:cNvPr>
          <p:cNvCxnSpPr>
            <a:cxnSpLocks/>
          </p:cNvCxnSpPr>
          <p:nvPr/>
        </p:nvCxnSpPr>
        <p:spPr>
          <a:xfrm rot="10800000">
            <a:off x="4773169" y="4511041"/>
            <a:ext cx="3027167" cy="134053"/>
          </a:xfrm>
          <a:prstGeom prst="bentConnector3">
            <a:avLst>
              <a:gd name="adj1" fmla="val 78193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eur : en angle 74">
            <a:extLst>
              <a:ext uri="{FF2B5EF4-FFF2-40B4-BE49-F238E27FC236}">
                <a16:creationId xmlns:a16="http://schemas.microsoft.com/office/drawing/2014/main" id="{B003E5F4-8821-A960-BFE3-42EC4612303A}"/>
              </a:ext>
            </a:extLst>
          </p:cNvPr>
          <p:cNvCxnSpPr>
            <a:cxnSpLocks/>
          </p:cNvCxnSpPr>
          <p:nvPr/>
        </p:nvCxnSpPr>
        <p:spPr>
          <a:xfrm rot="10800000">
            <a:off x="2743201" y="713694"/>
            <a:ext cx="5034551" cy="1703369"/>
          </a:xfrm>
          <a:prstGeom prst="bentConnector3">
            <a:avLst>
              <a:gd name="adj1" fmla="val 13221"/>
            </a:avLst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eur : en angle 76">
            <a:extLst>
              <a:ext uri="{FF2B5EF4-FFF2-40B4-BE49-F238E27FC236}">
                <a16:creationId xmlns:a16="http://schemas.microsoft.com/office/drawing/2014/main" id="{801449BE-5FAA-2B29-7BEA-DA92D5393F36}"/>
              </a:ext>
            </a:extLst>
          </p:cNvPr>
          <p:cNvCxnSpPr>
            <a:cxnSpLocks/>
          </p:cNvCxnSpPr>
          <p:nvPr/>
        </p:nvCxnSpPr>
        <p:spPr>
          <a:xfrm rot="16200000" flipH="1">
            <a:off x="2449938" y="1006957"/>
            <a:ext cx="1043724" cy="457200"/>
          </a:xfrm>
          <a:prstGeom prst="bentConnector3">
            <a:avLst>
              <a:gd name="adj1" fmla="val 98185"/>
            </a:avLst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Ellipse 78">
            <a:extLst>
              <a:ext uri="{FF2B5EF4-FFF2-40B4-BE49-F238E27FC236}">
                <a16:creationId xmlns:a16="http://schemas.microsoft.com/office/drawing/2014/main" id="{9C748B13-29FD-F4B9-0CAF-4175C79092C3}"/>
              </a:ext>
            </a:extLst>
          </p:cNvPr>
          <p:cNvSpPr/>
          <p:nvPr/>
        </p:nvSpPr>
        <p:spPr>
          <a:xfrm>
            <a:off x="5366545" y="4434600"/>
            <a:ext cx="121919" cy="125469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cxnSp>
        <p:nvCxnSpPr>
          <p:cNvPr id="89" name="Connecteur : en angle 88">
            <a:extLst>
              <a:ext uri="{FF2B5EF4-FFF2-40B4-BE49-F238E27FC236}">
                <a16:creationId xmlns:a16="http://schemas.microsoft.com/office/drawing/2014/main" id="{7EA4A7A5-957F-5FB1-FE07-9CA1CBB01FDC}"/>
              </a:ext>
            </a:extLst>
          </p:cNvPr>
          <p:cNvCxnSpPr>
            <a:cxnSpLocks/>
          </p:cNvCxnSpPr>
          <p:nvPr/>
        </p:nvCxnSpPr>
        <p:spPr>
          <a:xfrm rot="10800000">
            <a:off x="2575561" y="568286"/>
            <a:ext cx="5224777" cy="2221071"/>
          </a:xfrm>
          <a:prstGeom prst="bentConnector3">
            <a:avLst>
              <a:gd name="adj1" fmla="val 9747"/>
            </a:avLst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necteur : en angle 89">
            <a:extLst>
              <a:ext uri="{FF2B5EF4-FFF2-40B4-BE49-F238E27FC236}">
                <a16:creationId xmlns:a16="http://schemas.microsoft.com/office/drawing/2014/main" id="{5C475C29-6100-378D-1BAD-A7BD7C16B7B1}"/>
              </a:ext>
            </a:extLst>
          </p:cNvPr>
          <p:cNvCxnSpPr>
            <a:cxnSpLocks/>
          </p:cNvCxnSpPr>
          <p:nvPr/>
        </p:nvCxnSpPr>
        <p:spPr>
          <a:xfrm rot="16200000" flipH="1">
            <a:off x="2196757" y="947078"/>
            <a:ext cx="1382439" cy="624848"/>
          </a:xfrm>
          <a:prstGeom prst="bentConnector3">
            <a:avLst>
              <a:gd name="adj1" fmla="val 100159"/>
            </a:avLst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necteur : en angle 97">
            <a:extLst>
              <a:ext uri="{FF2B5EF4-FFF2-40B4-BE49-F238E27FC236}">
                <a16:creationId xmlns:a16="http://schemas.microsoft.com/office/drawing/2014/main" id="{4A87AB97-5A27-6072-3E6A-7E059967F5D2}"/>
              </a:ext>
            </a:extLst>
          </p:cNvPr>
          <p:cNvCxnSpPr>
            <a:cxnSpLocks/>
          </p:cNvCxnSpPr>
          <p:nvPr/>
        </p:nvCxnSpPr>
        <p:spPr>
          <a:xfrm rot="10800000" flipV="1">
            <a:off x="2377748" y="3842363"/>
            <a:ext cx="5422588" cy="1479289"/>
          </a:xfrm>
          <a:prstGeom prst="bentConnector3">
            <a:avLst>
              <a:gd name="adj1" fmla="val 40304"/>
            </a:avLst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necteur : en angle 98">
            <a:extLst>
              <a:ext uri="{FF2B5EF4-FFF2-40B4-BE49-F238E27FC236}">
                <a16:creationId xmlns:a16="http://schemas.microsoft.com/office/drawing/2014/main" id="{F24D680C-2288-34FE-012D-455118FA11FB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532552" y="3658686"/>
            <a:ext cx="2513044" cy="822651"/>
          </a:xfrm>
          <a:prstGeom prst="bentConnector3">
            <a:avLst>
              <a:gd name="adj1" fmla="val 100334"/>
            </a:avLst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 : en angle 118">
            <a:extLst>
              <a:ext uri="{FF2B5EF4-FFF2-40B4-BE49-F238E27FC236}">
                <a16:creationId xmlns:a16="http://schemas.microsoft.com/office/drawing/2014/main" id="{E5140667-8DCC-ED91-C885-3CDB84F4638F}"/>
              </a:ext>
            </a:extLst>
          </p:cNvPr>
          <p:cNvCxnSpPr>
            <a:cxnSpLocks/>
          </p:cNvCxnSpPr>
          <p:nvPr/>
        </p:nvCxnSpPr>
        <p:spPr>
          <a:xfrm rot="10800000" flipV="1">
            <a:off x="2514603" y="4062970"/>
            <a:ext cx="5285739" cy="1441190"/>
          </a:xfrm>
          <a:prstGeom prst="bentConnector3">
            <a:avLst>
              <a:gd name="adj1" fmla="val 38395"/>
            </a:avLst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necteur : en angle 119">
            <a:extLst>
              <a:ext uri="{FF2B5EF4-FFF2-40B4-BE49-F238E27FC236}">
                <a16:creationId xmlns:a16="http://schemas.microsoft.com/office/drawing/2014/main" id="{6B9C1C29-9CE2-C542-0E32-AAFFFC00C4F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831217" y="4112388"/>
            <a:ext cx="2075160" cy="708386"/>
          </a:xfrm>
          <a:prstGeom prst="bentConnector3">
            <a:avLst>
              <a:gd name="adj1" fmla="val 100674"/>
            </a:avLst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Connecteur : en angle 134">
            <a:extLst>
              <a:ext uri="{FF2B5EF4-FFF2-40B4-BE49-F238E27FC236}">
                <a16:creationId xmlns:a16="http://schemas.microsoft.com/office/drawing/2014/main" id="{2B0D09D1-348A-3D1B-8A6E-356478C21C57}"/>
              </a:ext>
            </a:extLst>
          </p:cNvPr>
          <p:cNvCxnSpPr>
            <a:cxnSpLocks/>
          </p:cNvCxnSpPr>
          <p:nvPr/>
        </p:nvCxnSpPr>
        <p:spPr>
          <a:xfrm rot="10800000" flipV="1">
            <a:off x="2661550" y="4211071"/>
            <a:ext cx="5116193" cy="1469041"/>
          </a:xfrm>
          <a:prstGeom prst="bentConnector3">
            <a:avLst>
              <a:gd name="adj1" fmla="val 36178"/>
            </a:avLst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Connecteur : en angle 135">
            <a:extLst>
              <a:ext uri="{FF2B5EF4-FFF2-40B4-BE49-F238E27FC236}">
                <a16:creationId xmlns:a16="http://schemas.microsoft.com/office/drawing/2014/main" id="{3E2AA47D-9C77-9F3C-F157-903F2B3EF832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909652" y="4404021"/>
            <a:ext cx="2035445" cy="531651"/>
          </a:xfrm>
          <a:prstGeom prst="bentConnector3">
            <a:avLst>
              <a:gd name="adj1" fmla="val 100614"/>
            </a:avLst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Connecteur : en angle 142">
            <a:extLst>
              <a:ext uri="{FF2B5EF4-FFF2-40B4-BE49-F238E27FC236}">
                <a16:creationId xmlns:a16="http://schemas.microsoft.com/office/drawing/2014/main" id="{FE61C6AA-68EB-ED34-9329-D2193E26DCE8}"/>
              </a:ext>
            </a:extLst>
          </p:cNvPr>
          <p:cNvCxnSpPr>
            <a:cxnSpLocks/>
          </p:cNvCxnSpPr>
          <p:nvPr/>
        </p:nvCxnSpPr>
        <p:spPr>
          <a:xfrm rot="10800000" flipV="1">
            <a:off x="2811668" y="4398417"/>
            <a:ext cx="4988668" cy="1445776"/>
          </a:xfrm>
          <a:prstGeom prst="bentConnector3">
            <a:avLst>
              <a:gd name="adj1" fmla="val 34237"/>
            </a:avLst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Connecteur : en angle 143">
            <a:extLst>
              <a:ext uri="{FF2B5EF4-FFF2-40B4-BE49-F238E27FC236}">
                <a16:creationId xmlns:a16="http://schemas.microsoft.com/office/drawing/2014/main" id="{12F75BEB-293C-4EE6-BE82-731424EAD120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009774" y="4671924"/>
            <a:ext cx="2001659" cy="397871"/>
          </a:xfrm>
          <a:prstGeom prst="bentConnector3">
            <a:avLst>
              <a:gd name="adj1" fmla="val 100250"/>
            </a:avLst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ZoneTexte 150">
            <a:extLst>
              <a:ext uri="{FF2B5EF4-FFF2-40B4-BE49-F238E27FC236}">
                <a16:creationId xmlns:a16="http://schemas.microsoft.com/office/drawing/2014/main" id="{28E8B2F9-4815-52C8-01DA-E2E599218D18}"/>
              </a:ext>
            </a:extLst>
          </p:cNvPr>
          <p:cNvSpPr txBox="1"/>
          <p:nvPr/>
        </p:nvSpPr>
        <p:spPr>
          <a:xfrm>
            <a:off x="7800336" y="4508242"/>
            <a:ext cx="304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A</a:t>
            </a:r>
          </a:p>
        </p:txBody>
      </p:sp>
      <p:sp>
        <p:nvSpPr>
          <p:cNvPr id="152" name="ZoneTexte 151">
            <a:extLst>
              <a:ext uri="{FF2B5EF4-FFF2-40B4-BE49-F238E27FC236}">
                <a16:creationId xmlns:a16="http://schemas.microsoft.com/office/drawing/2014/main" id="{56BDD633-A90A-3545-03D5-4FFD547A1C46}"/>
              </a:ext>
            </a:extLst>
          </p:cNvPr>
          <p:cNvSpPr txBox="1"/>
          <p:nvPr/>
        </p:nvSpPr>
        <p:spPr>
          <a:xfrm>
            <a:off x="7811634" y="4704429"/>
            <a:ext cx="304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K</a:t>
            </a:r>
          </a:p>
        </p:txBody>
      </p:sp>
    </p:spTree>
    <p:extLst>
      <p:ext uri="{BB962C8B-B14F-4D97-AF65-F5344CB8AC3E}">
        <p14:creationId xmlns:p14="http://schemas.microsoft.com/office/powerpoint/2010/main" val="293539851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489</TotalTime>
  <Words>118</Words>
  <Application>Microsoft Office PowerPoint</Application>
  <PresentationFormat>Grand écran</PresentationFormat>
  <Paragraphs>49</Paragraphs>
  <Slides>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Thème Office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 alemany</dc:creator>
  <cp:lastModifiedBy>JOUFFREAU LUCAS</cp:lastModifiedBy>
  <cp:revision>13</cp:revision>
  <dcterms:created xsi:type="dcterms:W3CDTF">2025-10-29T15:17:06Z</dcterms:created>
  <dcterms:modified xsi:type="dcterms:W3CDTF">2026-01-18T15:03:46Z</dcterms:modified>
</cp:coreProperties>
</file>