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AAE1"/>
    <a:srgbClr val="CCE3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C37358-3EC3-1D91-CD9A-A87C20CE0F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C32631-B571-A2ED-D8BA-78EDE3B49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EB37D16-775F-85F6-F053-82B46E2B2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7A016-5FBC-4672-8EE7-F1B0774DE149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531E73-F79A-2B74-D559-1005C4789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8F15DCD-F7EC-246B-FD24-25FD19FAC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D72133-CA65-4643-BA1F-49D4C598309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106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72A323-DFCD-71A9-53A1-8613B8E41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5F0443-E9DA-FF5D-68B6-3A7733CA2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82C3103-8F0E-7E35-A7C7-B20638E2E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7A016-5FBC-4672-8EE7-F1B0774DE149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EB39C0-0135-FC9D-1455-2223CEC71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BF3E40-FFC4-2443-2DD7-E79216705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D72133-CA65-4643-BA1F-49D4C598309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2514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0C3460-7450-B012-D0EA-244EA1676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5C897F-9D17-4756-7DEA-1D1EB352C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DFB5799-127F-D98E-DA79-0A479F41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7A016-5FBC-4672-8EE7-F1B0774DE149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4930DC-106D-0D95-CFBA-4D53D4976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B2F5F3-041B-B09B-C454-826132D4A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D72133-CA65-4643-BA1F-49D4C598309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5951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3241B4-FA4B-7006-3F3E-1230E98FE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E7FF49-BEB8-2ED4-9018-822FD24896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56E6CA1-8AF2-490F-3128-2BF323087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4BD68AF-EAA9-2629-0C28-62AD4DC41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7A016-5FBC-4672-8EE7-F1B0774DE149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AABE608-8E8B-23E7-C25F-4C3FBBA6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2242B2E-1D2B-3E9E-452E-0AD41A924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D72133-CA65-4643-BA1F-49D4C598309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9750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0F6BDD-2E8D-E1F0-826E-F44940631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DE356DF-A5A0-85EF-3E19-CA43C7193B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D9BB67F-CFE6-C2C8-51FD-5C65DF7222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8EC77AB-A219-87B1-6DA1-9EDE639551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3E8CB62-D18C-87D5-DA7B-1D533DDECB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D655C80-6E1C-6271-944B-D4A4CBCDB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7A016-5FBC-4672-8EE7-F1B0774DE149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9F62273-FD82-4A06-0855-0935636E1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7074DD8-F8C2-092A-E8D4-0D300DA14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D72133-CA65-4643-BA1F-49D4C598309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270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8B8C7E-B011-4EC5-113A-D02818E2A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DCCF2F0-784E-8E9A-5C9C-126955A06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7A016-5FBC-4672-8EE7-F1B0774DE149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8E85446-B213-1C09-3689-E80961508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1060340-FFB3-05A6-B5FF-FBE5A0742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D72133-CA65-4643-BA1F-49D4C598309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2072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14D9E0E-0377-A28C-3D8A-FCF7CF400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7A016-5FBC-4672-8EE7-F1B0774DE149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025AEA5-852A-9475-E8FA-8ED0D08CF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CE7DA27-0B64-D1B0-7338-9E4DB9442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D72133-CA65-4643-BA1F-49D4C598309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1520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EE4314-718C-C1F9-9AE9-A69B5C043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254DAD-86DA-5250-D3E0-2C58DEEA7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6C20667-8181-52CA-6BA5-90D023CB0A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8BFAFB-8DC8-F985-7631-547C4A02B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7A016-5FBC-4672-8EE7-F1B0774DE149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6950160-132B-B57C-A0FA-63FB51649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79D4669-95E9-6CA3-2118-64DA0D90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D72133-CA65-4643-BA1F-49D4C598309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265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B52CBC-2771-5804-775B-BF4A8522E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680E295-A1B2-1330-589D-CCEBFDD0B6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31750DA-F737-9FD5-E648-C78D001F78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5EED5BA-D4A0-7467-4E92-C37912555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7A016-5FBC-4672-8EE7-F1B0774DE149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6B25A54-FE2A-D51E-2A21-69C03DBF4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FEDEBBD-7132-09F3-C6EA-744609440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D72133-CA65-4643-BA1F-49D4C598309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2092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78A8DC-95A4-4F43-D91D-3E5F3608A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1F6EF5F-38FF-298A-4A66-FB6669446A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C98104-1F97-C85B-FB01-E95CB847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7A016-5FBC-4672-8EE7-F1B0774DE149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75A0CC-904E-B39A-8752-262BE56E5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41AA16B-4171-5DA6-AA37-38E4F4445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D72133-CA65-4643-BA1F-49D4C598309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584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CD35DB7-1AAE-B561-23DF-70873C70F4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FC132F0-1601-ED94-B1E9-2F371D6BE0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870820-8E7D-D8EA-FD3C-1FBC61155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7A016-5FBC-4672-8EE7-F1B0774DE149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08785E-4F67-FA21-0471-501AD82D3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E39D153-8A72-23DC-7E2B-B69147CE1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D72133-CA65-4643-BA1F-49D4C598309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9674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0A839EB-CD4B-9ED2-7E97-C68679489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35E5850-2315-E579-3E50-FD92D1687F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CE749EF-C208-1A00-C3A4-E5A53FAF90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07A016-5FBC-4672-8EE7-F1B0774DE149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305F0E7-68D1-9213-570A-CA4052E133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F0D2DF4-C494-025A-21F8-54FAC2FB5C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D72133-CA65-4643-BA1F-49D4C598309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476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C2502832-5496-5546-14F5-A44ED46C04D6}"/>
              </a:ext>
            </a:extLst>
          </p:cNvPr>
          <p:cNvCxnSpPr>
            <a:cxnSpLocks/>
          </p:cNvCxnSpPr>
          <p:nvPr/>
        </p:nvCxnSpPr>
        <p:spPr>
          <a:xfrm>
            <a:off x="9649533" y="1797162"/>
            <a:ext cx="0" cy="6908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29347A99-855F-60A5-CBF0-2A3EE74A5162}"/>
              </a:ext>
            </a:extLst>
          </p:cNvPr>
          <p:cNvCxnSpPr>
            <a:cxnSpLocks/>
          </p:cNvCxnSpPr>
          <p:nvPr/>
        </p:nvCxnSpPr>
        <p:spPr>
          <a:xfrm>
            <a:off x="9649532" y="3295762"/>
            <a:ext cx="0" cy="149519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27536F0-1C3C-AD28-ED9A-3C8ECC8DCB69}"/>
              </a:ext>
            </a:extLst>
          </p:cNvPr>
          <p:cNvCxnSpPr>
            <a:cxnSpLocks/>
          </p:cNvCxnSpPr>
          <p:nvPr/>
        </p:nvCxnSpPr>
        <p:spPr>
          <a:xfrm>
            <a:off x="11326902" y="3069925"/>
            <a:ext cx="16848" cy="172102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40A45F03-715F-CC33-AA3E-58C599BEE898}"/>
              </a:ext>
            </a:extLst>
          </p:cNvPr>
          <p:cNvCxnSpPr>
            <a:cxnSpLocks/>
          </p:cNvCxnSpPr>
          <p:nvPr/>
        </p:nvCxnSpPr>
        <p:spPr>
          <a:xfrm flipH="1">
            <a:off x="9928179" y="3069925"/>
            <a:ext cx="141102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4069B1F4-6E4E-FC1F-035A-94EB06AA3A02}"/>
              </a:ext>
            </a:extLst>
          </p:cNvPr>
          <p:cNvSpPr/>
          <p:nvPr/>
        </p:nvSpPr>
        <p:spPr>
          <a:xfrm>
            <a:off x="5189179" y="404219"/>
            <a:ext cx="906821" cy="380601"/>
          </a:xfrm>
          <a:prstGeom prst="rect">
            <a:avLst/>
          </a:prstGeom>
          <a:solidFill>
            <a:srgbClr val="CCE3F6"/>
          </a:solidFill>
          <a:ln w="28575">
            <a:solidFill>
              <a:srgbClr val="28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28AAE1"/>
                </a:solidFill>
              </a:rPr>
              <a:t>PB3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344CE09-2A4B-E538-6C84-09B576A82DD0}"/>
              </a:ext>
            </a:extLst>
          </p:cNvPr>
          <p:cNvSpPr/>
          <p:nvPr/>
        </p:nvSpPr>
        <p:spPr>
          <a:xfrm>
            <a:off x="4243912" y="815461"/>
            <a:ext cx="906821" cy="380601"/>
          </a:xfrm>
          <a:prstGeom prst="rect">
            <a:avLst/>
          </a:prstGeom>
          <a:solidFill>
            <a:srgbClr val="CCE3F6"/>
          </a:solidFill>
          <a:ln w="28575">
            <a:solidFill>
              <a:srgbClr val="28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28AAE1"/>
                </a:solidFill>
              </a:rPr>
              <a:t>PB1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0F06605-62C7-B1AB-BDB5-298F9270F1AA}"/>
              </a:ext>
            </a:extLst>
          </p:cNvPr>
          <p:cNvSpPr/>
          <p:nvPr/>
        </p:nvSpPr>
        <p:spPr>
          <a:xfrm>
            <a:off x="5189179" y="815460"/>
            <a:ext cx="906821" cy="380601"/>
          </a:xfrm>
          <a:prstGeom prst="rect">
            <a:avLst/>
          </a:prstGeom>
          <a:solidFill>
            <a:srgbClr val="CCE3F6"/>
          </a:solidFill>
          <a:ln w="28575">
            <a:solidFill>
              <a:srgbClr val="28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28AAE1"/>
                </a:solidFill>
              </a:rPr>
              <a:t>PB2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3F43AF37-EC7B-9B18-CA07-1D840CAC793D}"/>
              </a:ext>
            </a:extLst>
          </p:cNvPr>
          <p:cNvSpPr txBox="1"/>
          <p:nvPr/>
        </p:nvSpPr>
        <p:spPr>
          <a:xfrm>
            <a:off x="6923983" y="3295762"/>
            <a:ext cx="17333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GND – VCC – SIG -&gt; Io34</a:t>
            </a:r>
          </a:p>
        </p:txBody>
      </p: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993A1672-FFF2-D5D0-CE92-C95CF0B3DC26}"/>
              </a:ext>
            </a:extLst>
          </p:cNvPr>
          <p:cNvCxnSpPr/>
          <p:nvPr/>
        </p:nvCxnSpPr>
        <p:spPr>
          <a:xfrm>
            <a:off x="9801933" y="1764365"/>
            <a:ext cx="0" cy="6908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B36487D0-E460-8200-DEFC-34D1688346DB}"/>
              </a:ext>
            </a:extLst>
          </p:cNvPr>
          <p:cNvCxnSpPr>
            <a:cxnSpLocks/>
          </p:cNvCxnSpPr>
          <p:nvPr/>
        </p:nvCxnSpPr>
        <p:spPr>
          <a:xfrm>
            <a:off x="9813507" y="3262964"/>
            <a:ext cx="0" cy="152799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id="{C2663933-C3A2-5788-6CF7-67C97E1393A7}"/>
              </a:ext>
            </a:extLst>
          </p:cNvPr>
          <p:cNvCxnSpPr>
            <a:cxnSpLocks/>
          </p:cNvCxnSpPr>
          <p:nvPr/>
        </p:nvCxnSpPr>
        <p:spPr>
          <a:xfrm>
            <a:off x="11073810" y="3236254"/>
            <a:ext cx="6240" cy="155470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>
            <a:extLst>
              <a:ext uri="{FF2B5EF4-FFF2-40B4-BE49-F238E27FC236}">
                <a16:creationId xmlns:a16="http://schemas.microsoft.com/office/drawing/2014/main" id="{C19A11B1-4D97-FF8E-EABD-F4A69186F4AB}"/>
              </a:ext>
            </a:extLst>
          </p:cNvPr>
          <p:cNvCxnSpPr>
            <a:cxnSpLocks/>
          </p:cNvCxnSpPr>
          <p:nvPr/>
        </p:nvCxnSpPr>
        <p:spPr>
          <a:xfrm flipH="1">
            <a:off x="9767274" y="3220727"/>
            <a:ext cx="1312776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E5586FA-F5C1-8F2F-194F-BE4108D12B7F}"/>
              </a:ext>
            </a:extLst>
          </p:cNvPr>
          <p:cNvSpPr/>
          <p:nvPr/>
        </p:nvSpPr>
        <p:spPr>
          <a:xfrm>
            <a:off x="9040580" y="4790954"/>
            <a:ext cx="1421314" cy="883920"/>
          </a:xfrm>
          <a:prstGeom prst="rect">
            <a:avLst/>
          </a:prstGeom>
          <a:solidFill>
            <a:srgbClr val="CCE3F6"/>
          </a:solidFill>
          <a:ln w="28575">
            <a:solidFill>
              <a:srgbClr val="28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28AAE1"/>
                </a:solidFill>
              </a:rPr>
              <a:t>Pompe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3E4796-817F-5D6A-49E2-D8FA3580C0E4}"/>
              </a:ext>
            </a:extLst>
          </p:cNvPr>
          <p:cNvSpPr/>
          <p:nvPr/>
        </p:nvSpPr>
        <p:spPr>
          <a:xfrm>
            <a:off x="10514939" y="4790954"/>
            <a:ext cx="1436604" cy="883920"/>
          </a:xfrm>
          <a:prstGeom prst="rect">
            <a:avLst/>
          </a:prstGeom>
          <a:solidFill>
            <a:srgbClr val="CCE3F6"/>
          </a:solidFill>
          <a:ln w="28575">
            <a:solidFill>
              <a:srgbClr val="28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28AAE1"/>
                </a:solidFill>
              </a:rPr>
              <a:t>Ventilateur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58B562E-F804-C3EB-DD14-9FE94914E997}"/>
              </a:ext>
            </a:extLst>
          </p:cNvPr>
          <p:cNvSpPr txBox="1"/>
          <p:nvPr/>
        </p:nvSpPr>
        <p:spPr>
          <a:xfrm>
            <a:off x="8986910" y="2651304"/>
            <a:ext cx="112624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IN1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41AB072-B646-1074-9607-FABCADA879F5}"/>
              </a:ext>
            </a:extLst>
          </p:cNvPr>
          <p:cNvSpPr txBox="1"/>
          <p:nvPr/>
        </p:nvSpPr>
        <p:spPr>
          <a:xfrm>
            <a:off x="9014217" y="2974644"/>
            <a:ext cx="112624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IN2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81C1D1-55E4-121B-1ECA-21E7BD754CDC}"/>
              </a:ext>
            </a:extLst>
          </p:cNvPr>
          <p:cNvSpPr/>
          <p:nvPr/>
        </p:nvSpPr>
        <p:spPr>
          <a:xfrm>
            <a:off x="8782012" y="2411842"/>
            <a:ext cx="1920240" cy="883920"/>
          </a:xfrm>
          <a:prstGeom prst="rect">
            <a:avLst/>
          </a:prstGeom>
          <a:solidFill>
            <a:srgbClr val="CCE3F6"/>
          </a:solidFill>
          <a:ln w="28575">
            <a:solidFill>
              <a:srgbClr val="28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28AAE1"/>
                </a:solidFill>
              </a:rPr>
              <a:t>Carte moteur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A73638-B5E7-9ABA-78B3-E8603F753D66}"/>
              </a:ext>
            </a:extLst>
          </p:cNvPr>
          <p:cNvSpPr/>
          <p:nvPr/>
        </p:nvSpPr>
        <p:spPr>
          <a:xfrm>
            <a:off x="8782012" y="885467"/>
            <a:ext cx="1920240" cy="911695"/>
          </a:xfrm>
          <a:prstGeom prst="rect">
            <a:avLst/>
          </a:prstGeom>
          <a:solidFill>
            <a:srgbClr val="CCE3F6"/>
          </a:solidFill>
          <a:ln w="28575">
            <a:solidFill>
              <a:srgbClr val="28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28AAE1"/>
                </a:solidFill>
              </a:rPr>
              <a:t>Alimentation 5VDC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EA2F9C0-BE87-E7FF-B337-A9903AF79A26}"/>
              </a:ext>
            </a:extLst>
          </p:cNvPr>
          <p:cNvSpPr txBox="1"/>
          <p:nvPr/>
        </p:nvSpPr>
        <p:spPr>
          <a:xfrm>
            <a:off x="6525857" y="1322417"/>
            <a:ext cx="9062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Io16 to IN4</a:t>
            </a:r>
          </a:p>
          <a:p>
            <a:r>
              <a:rPr lang="fr-FR" dirty="0"/>
              <a:t>Io17 to IN3</a:t>
            </a:r>
          </a:p>
          <a:p>
            <a:r>
              <a:rPr lang="fr-FR" dirty="0"/>
              <a:t>Io25 to IN2</a:t>
            </a:r>
          </a:p>
          <a:p>
            <a:r>
              <a:rPr lang="fr-FR" dirty="0"/>
              <a:t>Io26 to IN1</a:t>
            </a: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F6AA2759-F91E-FCFB-1EFA-3F3348F2D54A}"/>
              </a:ext>
            </a:extLst>
          </p:cNvPr>
          <p:cNvCxnSpPr/>
          <p:nvPr/>
        </p:nvCxnSpPr>
        <p:spPr>
          <a:xfrm flipH="1">
            <a:off x="10702252" y="2552507"/>
            <a:ext cx="537042" cy="0"/>
          </a:xfrm>
          <a:prstGeom prst="line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4E6144FE-C452-5707-573B-3C2018F62C2D}"/>
              </a:ext>
            </a:extLst>
          </p:cNvPr>
          <p:cNvCxnSpPr/>
          <p:nvPr/>
        </p:nvCxnSpPr>
        <p:spPr>
          <a:xfrm flipH="1">
            <a:off x="10702252" y="2757663"/>
            <a:ext cx="537042" cy="0"/>
          </a:xfrm>
          <a:prstGeom prst="line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1" name="ZoneTexte 40">
            <a:extLst>
              <a:ext uri="{FF2B5EF4-FFF2-40B4-BE49-F238E27FC236}">
                <a16:creationId xmlns:a16="http://schemas.microsoft.com/office/drawing/2014/main" id="{E559D9A4-FFF5-403B-FC90-E22129267DD5}"/>
              </a:ext>
            </a:extLst>
          </p:cNvPr>
          <p:cNvSpPr txBox="1"/>
          <p:nvPr/>
        </p:nvSpPr>
        <p:spPr>
          <a:xfrm>
            <a:off x="10719787" y="2540901"/>
            <a:ext cx="390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IN4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813F324-E34D-0A1A-1064-A44A61DAB51A}"/>
              </a:ext>
            </a:extLst>
          </p:cNvPr>
          <p:cNvSpPr txBox="1"/>
          <p:nvPr/>
        </p:nvSpPr>
        <p:spPr>
          <a:xfrm>
            <a:off x="11166722" y="2439280"/>
            <a:ext cx="6791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De Io17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242DC180-DD47-0F6C-F422-E38717AF5B84}"/>
              </a:ext>
            </a:extLst>
          </p:cNvPr>
          <p:cNvSpPr txBox="1"/>
          <p:nvPr/>
        </p:nvSpPr>
        <p:spPr>
          <a:xfrm>
            <a:off x="11166722" y="2644276"/>
            <a:ext cx="6791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De Io16</a:t>
            </a:r>
          </a:p>
        </p:txBody>
      </p:sp>
      <p:grpSp>
        <p:nvGrpSpPr>
          <p:cNvPr id="177" name="Groupe 176">
            <a:extLst>
              <a:ext uri="{FF2B5EF4-FFF2-40B4-BE49-F238E27FC236}">
                <a16:creationId xmlns:a16="http://schemas.microsoft.com/office/drawing/2014/main" id="{31C086C2-EC9C-03E8-5EA7-0CEEDCFC72D0}"/>
              </a:ext>
            </a:extLst>
          </p:cNvPr>
          <p:cNvGrpSpPr/>
          <p:nvPr/>
        </p:nvGrpSpPr>
        <p:grpSpPr>
          <a:xfrm>
            <a:off x="73949" y="25138"/>
            <a:ext cx="8867995" cy="4789834"/>
            <a:chOff x="73949" y="25138"/>
            <a:chExt cx="8867995" cy="4789834"/>
          </a:xfrm>
        </p:grpSpPr>
        <p:grpSp>
          <p:nvGrpSpPr>
            <p:cNvPr id="87" name="Groupe 86">
              <a:extLst>
                <a:ext uri="{FF2B5EF4-FFF2-40B4-BE49-F238E27FC236}">
                  <a16:creationId xmlns:a16="http://schemas.microsoft.com/office/drawing/2014/main" id="{B77C8540-7511-CFFD-45FE-037371B59F66}"/>
                </a:ext>
              </a:extLst>
            </p:cNvPr>
            <p:cNvGrpSpPr/>
            <p:nvPr/>
          </p:nvGrpSpPr>
          <p:grpSpPr>
            <a:xfrm>
              <a:off x="73949" y="25138"/>
              <a:ext cx="8867995" cy="4789834"/>
              <a:chOff x="42876" y="23449"/>
              <a:chExt cx="8867995" cy="478983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C0D9B2B-EC38-F2B3-5615-5D90A0FEF2B9}"/>
                  </a:ext>
                </a:extLst>
              </p:cNvPr>
              <p:cNvSpPr/>
              <p:nvPr/>
            </p:nvSpPr>
            <p:spPr>
              <a:xfrm>
                <a:off x="42876" y="3426567"/>
                <a:ext cx="2375919" cy="380600"/>
              </a:xfrm>
              <a:prstGeom prst="rect">
                <a:avLst/>
              </a:prstGeom>
              <a:solidFill>
                <a:srgbClr val="CCE3F6"/>
              </a:solidFill>
              <a:ln w="28575">
                <a:solidFill>
                  <a:srgbClr val="28AAE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b="1" dirty="0">
                    <a:solidFill>
                      <a:srgbClr val="28AAE1"/>
                    </a:solidFill>
                  </a:rPr>
                  <a:t>Capteur Température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17F07F2-92D1-4DE2-E2F9-4DD3428EC191}"/>
                  </a:ext>
                </a:extLst>
              </p:cNvPr>
              <p:cNvSpPr/>
              <p:nvPr/>
            </p:nvSpPr>
            <p:spPr>
              <a:xfrm>
                <a:off x="6534952" y="3550587"/>
                <a:ext cx="2375919" cy="380601"/>
              </a:xfrm>
              <a:prstGeom prst="rect">
                <a:avLst/>
              </a:prstGeom>
              <a:solidFill>
                <a:srgbClr val="CCE3F6"/>
              </a:solidFill>
              <a:ln w="28575">
                <a:solidFill>
                  <a:srgbClr val="28AAE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b="1" dirty="0">
                    <a:solidFill>
                      <a:srgbClr val="28AAE1"/>
                    </a:solidFill>
                  </a:rPr>
                  <a:t>Capteur Humidité</a:t>
                </a:r>
              </a:p>
            </p:txBody>
          </p:sp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2F43A1B0-5FDD-B438-136F-22818FB536CC}"/>
                  </a:ext>
                </a:extLst>
              </p:cNvPr>
              <p:cNvSpPr txBox="1"/>
              <p:nvPr/>
            </p:nvSpPr>
            <p:spPr>
              <a:xfrm>
                <a:off x="447455" y="3194351"/>
                <a:ext cx="156326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fr-FR"/>
                </a:defPPr>
                <a:lvl1pPr>
                  <a:defRPr sz="1100">
                    <a:solidFill>
                      <a:schemeClr val="tx1">
                        <a:lumMod val="50000"/>
                        <a:lumOff val="50000"/>
                      </a:schemeClr>
                    </a:solidFill>
                  </a:defRPr>
                </a:lvl1pPr>
              </a:lstStyle>
              <a:p>
                <a:r>
                  <a:rPr lang="fr-FR" dirty="0"/>
                  <a:t>GND – VCC- OUT -&gt; Io35</a:t>
                </a:r>
              </a:p>
            </p:txBody>
          </p:sp>
          <p:grpSp>
            <p:nvGrpSpPr>
              <p:cNvPr id="84" name="Groupe 83">
                <a:extLst>
                  <a:ext uri="{FF2B5EF4-FFF2-40B4-BE49-F238E27FC236}">
                    <a16:creationId xmlns:a16="http://schemas.microsoft.com/office/drawing/2014/main" id="{97C62BDD-E84A-F5C1-7923-D0BC14FCAF6B}"/>
                  </a:ext>
                </a:extLst>
              </p:cNvPr>
              <p:cNvGrpSpPr/>
              <p:nvPr/>
            </p:nvGrpSpPr>
            <p:grpSpPr>
              <a:xfrm>
                <a:off x="1095164" y="23449"/>
                <a:ext cx="5871114" cy="4789834"/>
                <a:chOff x="595784" y="52225"/>
                <a:chExt cx="5871114" cy="4789834"/>
              </a:xfrm>
            </p:grpSpPr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4EFB177D-477F-52CC-3E6A-439205F74410}"/>
                    </a:ext>
                  </a:extLst>
                </p:cNvPr>
                <p:cNvSpPr/>
                <p:nvPr/>
              </p:nvSpPr>
              <p:spPr>
                <a:xfrm>
                  <a:off x="595784" y="302275"/>
                  <a:ext cx="2308581" cy="992057"/>
                </a:xfrm>
                <a:prstGeom prst="rect">
                  <a:avLst/>
                </a:prstGeom>
                <a:solidFill>
                  <a:srgbClr val="CCE3F6"/>
                </a:solidFill>
                <a:ln w="28575">
                  <a:solidFill>
                    <a:srgbClr val="28AAE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b="1" dirty="0">
                      <a:solidFill>
                        <a:srgbClr val="28AAE1"/>
                      </a:solidFill>
                    </a:rPr>
                    <a:t>Écran LCD</a:t>
                  </a:r>
                </a:p>
                <a:p>
                  <a:pPr algn="ctr"/>
                  <a:r>
                    <a:rPr lang="fr-FR" b="1" dirty="0">
                      <a:solidFill>
                        <a:srgbClr val="28AAE1"/>
                      </a:solidFill>
                    </a:rPr>
                    <a:t>I2C</a:t>
                  </a:r>
                </a:p>
              </p:txBody>
            </p:sp>
            <p:pic>
              <p:nvPicPr>
                <p:cNvPr id="26" name="Image 25">
                  <a:extLst>
                    <a:ext uri="{FF2B5EF4-FFF2-40B4-BE49-F238E27FC236}">
                      <a16:creationId xmlns:a16="http://schemas.microsoft.com/office/drawing/2014/main" id="{CE9D3A15-1544-CBE8-1344-EA0A87C279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347192" y="2009503"/>
                  <a:ext cx="3612342" cy="2832556"/>
                </a:xfrm>
                <a:prstGeom prst="rect">
                  <a:avLst/>
                </a:prstGeom>
              </p:spPr>
            </p:pic>
            <p:cxnSp>
              <p:nvCxnSpPr>
                <p:cNvPr id="79" name="Connecteur droit 78">
                  <a:extLst>
                    <a:ext uri="{FF2B5EF4-FFF2-40B4-BE49-F238E27FC236}">
                      <a16:creationId xmlns:a16="http://schemas.microsoft.com/office/drawing/2014/main" id="{6D74CC8D-DD7D-11DD-5A69-FFC6FADB08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33509" y="1926379"/>
                  <a:ext cx="0" cy="258789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Connecteur droit 79">
                  <a:extLst>
                    <a:ext uri="{FF2B5EF4-FFF2-40B4-BE49-F238E27FC236}">
                      <a16:creationId xmlns:a16="http://schemas.microsoft.com/office/drawing/2014/main" id="{FED2C31A-989A-147A-7EEA-34D1C1824E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472465" y="1795718"/>
                  <a:ext cx="0" cy="385974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Connecteur droit 80">
                  <a:extLst>
                    <a:ext uri="{FF2B5EF4-FFF2-40B4-BE49-F238E27FC236}">
                      <a16:creationId xmlns:a16="http://schemas.microsoft.com/office/drawing/2014/main" id="{D6CED4FB-9D28-B5D3-4EFF-80A584CA38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24865" y="1550525"/>
                  <a:ext cx="0" cy="631167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Connecteur droit 81">
                  <a:extLst>
                    <a:ext uri="{FF2B5EF4-FFF2-40B4-BE49-F238E27FC236}">
                      <a16:creationId xmlns:a16="http://schemas.microsoft.com/office/drawing/2014/main" id="{1A29467A-8797-9D5D-D539-E1FDA83738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44532" y="1448452"/>
                  <a:ext cx="0" cy="733240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E8FBB1AA-AA6B-FD7E-DB6A-72CA2F38667D}"/>
                    </a:ext>
                  </a:extLst>
                </p:cNvPr>
                <p:cNvSpPr txBox="1"/>
                <p:nvPr/>
              </p:nvSpPr>
              <p:spPr>
                <a:xfrm>
                  <a:off x="1252945" y="1058647"/>
                  <a:ext cx="1126248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fr-FR"/>
                  </a:defPPr>
                  <a:lvl1pPr>
                    <a:defRPr sz="11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defRPr>
                  </a:lvl1pPr>
                </a:lstStyle>
                <a:p>
                  <a:r>
                    <a:rPr lang="fr-FR" dirty="0"/>
                    <a:t>SCL SDA 5V GND</a:t>
                  </a:r>
                </a:p>
              </p:txBody>
            </p:sp>
            <p:cxnSp>
              <p:nvCxnSpPr>
                <p:cNvPr id="85" name="Connecteur droit 84">
                  <a:extLst>
                    <a:ext uri="{FF2B5EF4-FFF2-40B4-BE49-F238E27FC236}">
                      <a16:creationId xmlns:a16="http://schemas.microsoft.com/office/drawing/2014/main" id="{ACB0DE91-F252-6865-CD41-B4B2FBE40C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919415" y="3656876"/>
                  <a:ext cx="2334754" cy="0"/>
                </a:xfrm>
                <a:prstGeom prst="line">
                  <a:avLst/>
                </a:prstGeom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Connecteur droit 89">
                  <a:extLst>
                    <a:ext uri="{FF2B5EF4-FFF2-40B4-BE49-F238E27FC236}">
                      <a16:creationId xmlns:a16="http://schemas.microsoft.com/office/drawing/2014/main" id="{D334275E-AC5A-AC8A-4FDC-F9952048BD6B}"/>
                    </a:ext>
                  </a:extLst>
                </p:cNvPr>
                <p:cNvCxnSpPr>
                  <a:cxnSpLocks/>
                  <a:stCxn id="11" idx="1"/>
                </p:cNvCxnSpPr>
                <p:nvPr/>
              </p:nvCxnSpPr>
              <p:spPr>
                <a:xfrm flipH="1">
                  <a:off x="3932788" y="3769664"/>
                  <a:ext cx="2102784" cy="15559"/>
                </a:xfrm>
                <a:prstGeom prst="line">
                  <a:avLst/>
                </a:prstGeom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Connecteur droit 95">
                  <a:extLst>
                    <a:ext uri="{FF2B5EF4-FFF2-40B4-BE49-F238E27FC236}">
                      <a16:creationId xmlns:a16="http://schemas.microsoft.com/office/drawing/2014/main" id="{87429330-1B5F-CA95-3DA7-86B62B71B0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46874" y="1317647"/>
                  <a:ext cx="0" cy="607852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Connecteur droit 96">
                  <a:extLst>
                    <a:ext uri="{FF2B5EF4-FFF2-40B4-BE49-F238E27FC236}">
                      <a16:creationId xmlns:a16="http://schemas.microsoft.com/office/drawing/2014/main" id="{4059D435-6B58-037E-08DA-9964F93231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4042" y="1294332"/>
                  <a:ext cx="0" cy="512386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Connecteur droit 98">
                  <a:extLst>
                    <a:ext uri="{FF2B5EF4-FFF2-40B4-BE49-F238E27FC236}">
                      <a16:creationId xmlns:a16="http://schemas.microsoft.com/office/drawing/2014/main" id="{A875F83F-8675-3A4D-6110-35F3C2A0FF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19415" y="1302686"/>
                  <a:ext cx="0" cy="247839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Connecteur droit 100">
                  <a:extLst>
                    <a:ext uri="{FF2B5EF4-FFF2-40B4-BE49-F238E27FC236}">
                      <a16:creationId xmlns:a16="http://schemas.microsoft.com/office/drawing/2014/main" id="{CF7EFC79-220B-726D-B39A-858A44B051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54788" y="1311040"/>
                  <a:ext cx="0" cy="137412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Connecteur droit 102">
                  <a:extLst>
                    <a:ext uri="{FF2B5EF4-FFF2-40B4-BE49-F238E27FC236}">
                      <a16:creationId xmlns:a16="http://schemas.microsoft.com/office/drawing/2014/main" id="{5CF532DF-C3C4-203A-0E29-48701D6B57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46874" y="1925499"/>
                  <a:ext cx="1886635" cy="0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Connecteur droit 126">
                  <a:extLst>
                    <a:ext uri="{FF2B5EF4-FFF2-40B4-BE49-F238E27FC236}">
                      <a16:creationId xmlns:a16="http://schemas.microsoft.com/office/drawing/2014/main" id="{39DB2DCE-986F-6A31-A6F8-193AB7C09B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69106" y="1795717"/>
                  <a:ext cx="1816353" cy="11001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Connecteur droit 129">
                  <a:extLst>
                    <a:ext uri="{FF2B5EF4-FFF2-40B4-BE49-F238E27FC236}">
                      <a16:creationId xmlns:a16="http://schemas.microsoft.com/office/drawing/2014/main" id="{E91E294F-98E0-ACC3-E6A6-0F0AA8DBBC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9415" y="1542577"/>
                  <a:ext cx="1705450" cy="0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Connecteur droit 132">
                  <a:extLst>
                    <a:ext uri="{FF2B5EF4-FFF2-40B4-BE49-F238E27FC236}">
                      <a16:creationId xmlns:a16="http://schemas.microsoft.com/office/drawing/2014/main" id="{2F9A6BF4-C04C-CEE0-9A75-6C04730FD0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44628" y="1443372"/>
                  <a:ext cx="1599904" cy="5080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Connecteur droit 137">
                  <a:extLst>
                    <a:ext uri="{FF2B5EF4-FFF2-40B4-BE49-F238E27FC236}">
                      <a16:creationId xmlns:a16="http://schemas.microsoft.com/office/drawing/2014/main" id="{7AFBBEA4-1B59-BD9C-29C6-4A296EABC8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8602" y="1220887"/>
                  <a:ext cx="0" cy="1553603"/>
                </a:xfrm>
                <a:prstGeom prst="line">
                  <a:avLst/>
                </a:prstGeom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Connecteur droit 162">
                  <a:extLst>
                    <a:ext uri="{FF2B5EF4-FFF2-40B4-BE49-F238E27FC236}">
                      <a16:creationId xmlns:a16="http://schemas.microsoft.com/office/drawing/2014/main" id="{77849984-86FE-E381-AD6D-5F40D9427A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12786" y="1317647"/>
                  <a:ext cx="0" cy="1456843"/>
                </a:xfrm>
                <a:prstGeom prst="line">
                  <a:avLst/>
                </a:prstGeom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Connecteur droit 164">
                  <a:extLst>
                    <a:ext uri="{FF2B5EF4-FFF2-40B4-BE49-F238E27FC236}">
                      <a16:creationId xmlns:a16="http://schemas.microsoft.com/office/drawing/2014/main" id="{D334231E-02D6-462C-95BA-5EC8798AD00E}"/>
                    </a:ext>
                  </a:extLst>
                </p:cNvPr>
                <p:cNvCxnSpPr>
                  <a:cxnSpLocks/>
                  <a:endCxn id="172" idx="3"/>
                </p:cNvCxnSpPr>
                <p:nvPr/>
              </p:nvCxnSpPr>
              <p:spPr>
                <a:xfrm flipV="1">
                  <a:off x="4136272" y="1356470"/>
                  <a:ext cx="616" cy="1153662"/>
                </a:xfrm>
                <a:prstGeom prst="line">
                  <a:avLst/>
                </a:prstGeom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Connecteur droit 166">
                  <a:extLst>
                    <a:ext uri="{FF2B5EF4-FFF2-40B4-BE49-F238E27FC236}">
                      <a16:creationId xmlns:a16="http://schemas.microsoft.com/office/drawing/2014/main" id="{B76081D5-C08A-C730-582A-6A42F3DFC5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012786" y="1313724"/>
                  <a:ext cx="1207357" cy="0"/>
                </a:xfrm>
                <a:prstGeom prst="line">
                  <a:avLst/>
                </a:prstGeom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Connecteur droit 169">
                  <a:extLst>
                    <a:ext uri="{FF2B5EF4-FFF2-40B4-BE49-F238E27FC236}">
                      <a16:creationId xmlns:a16="http://schemas.microsoft.com/office/drawing/2014/main" id="{B69B5348-748E-333F-1F75-658A7C13D2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20143" y="1220887"/>
                  <a:ext cx="0" cy="96760"/>
                </a:xfrm>
                <a:prstGeom prst="line">
                  <a:avLst/>
                </a:prstGeom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8" name="ZoneTexte 177">
                  <a:extLst>
                    <a:ext uri="{FF2B5EF4-FFF2-40B4-BE49-F238E27FC236}">
                      <a16:creationId xmlns:a16="http://schemas.microsoft.com/office/drawing/2014/main" id="{9B9294C2-B6D0-B52D-46D8-6139B013B514}"/>
                    </a:ext>
                  </a:extLst>
                </p:cNvPr>
                <p:cNvSpPr txBox="1"/>
                <p:nvPr/>
              </p:nvSpPr>
              <p:spPr>
                <a:xfrm>
                  <a:off x="3058663" y="598955"/>
                  <a:ext cx="190824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fr-FR"/>
                  </a:defPPr>
                  <a:lvl1pPr>
                    <a:defRPr sz="11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defRPr>
                  </a:lvl1pPr>
                </a:lstStyle>
                <a:p>
                  <a:r>
                    <a:rPr lang="fr-FR" dirty="0"/>
                    <a:t>GND – VCC – SIG1 -&gt; Io18</a:t>
                  </a:r>
                </a:p>
              </p:txBody>
            </p:sp>
            <p:sp>
              <p:nvSpPr>
                <p:cNvPr id="179" name="ZoneTexte 178">
                  <a:extLst>
                    <a:ext uri="{FF2B5EF4-FFF2-40B4-BE49-F238E27FC236}">
                      <a16:creationId xmlns:a16="http://schemas.microsoft.com/office/drawing/2014/main" id="{31D060CD-A31F-EE7F-B248-4A79108139F9}"/>
                    </a:ext>
                  </a:extLst>
                </p:cNvPr>
                <p:cNvSpPr txBox="1"/>
                <p:nvPr/>
              </p:nvSpPr>
              <p:spPr>
                <a:xfrm>
                  <a:off x="4558653" y="52225"/>
                  <a:ext cx="1908245" cy="60016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fr-FR"/>
                  </a:defPPr>
                  <a:lvl1pPr>
                    <a:defRPr sz="11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defRPr>
                  </a:lvl1pPr>
                </a:lstStyle>
                <a:p>
                  <a:r>
                    <a:rPr lang="fr-FR" dirty="0"/>
                    <a:t>GND – VCC – SIG2 -&gt; Io19</a:t>
                  </a:r>
                </a:p>
                <a:p>
                  <a:r>
                    <a:rPr lang="fr-FR" dirty="0"/>
                    <a:t>SIG1 -&gt; Io23</a:t>
                  </a:r>
                </a:p>
                <a:p>
                  <a:endParaRPr lang="fr-FR" dirty="0"/>
                </a:p>
              </p:txBody>
            </p:sp>
          </p:grpSp>
        </p:grpSp>
        <p:sp>
          <p:nvSpPr>
            <p:cNvPr id="172" name="Ellipse 171">
              <a:extLst>
                <a:ext uri="{FF2B5EF4-FFF2-40B4-BE49-F238E27FC236}">
                  <a16:creationId xmlns:a16="http://schemas.microsoft.com/office/drawing/2014/main" id="{588F6CE1-094F-220C-86CB-C96F981D3D17}"/>
                </a:ext>
              </a:extLst>
            </p:cNvPr>
            <p:cNvSpPr/>
            <p:nvPr/>
          </p:nvSpPr>
          <p:spPr>
            <a:xfrm>
              <a:off x="4621505" y="1248074"/>
              <a:ext cx="100806" cy="93281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82" name="Connecteur droit 181">
            <a:extLst>
              <a:ext uri="{FF2B5EF4-FFF2-40B4-BE49-F238E27FC236}">
                <a16:creationId xmlns:a16="http://schemas.microsoft.com/office/drawing/2014/main" id="{92C3A2D8-D6DF-DF27-63ED-D3F4D5B8062E}"/>
              </a:ext>
            </a:extLst>
          </p:cNvPr>
          <p:cNvCxnSpPr>
            <a:cxnSpLocks/>
          </p:cNvCxnSpPr>
          <p:nvPr/>
        </p:nvCxnSpPr>
        <p:spPr>
          <a:xfrm>
            <a:off x="5570220" y="1469770"/>
            <a:ext cx="1011235" cy="0"/>
          </a:xfrm>
          <a:prstGeom prst="line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88" name="Connecteur droit 187">
            <a:extLst>
              <a:ext uri="{FF2B5EF4-FFF2-40B4-BE49-F238E27FC236}">
                <a16:creationId xmlns:a16="http://schemas.microsoft.com/office/drawing/2014/main" id="{329BC842-92F4-D30C-CE9C-1CDCB921A0EE}"/>
              </a:ext>
            </a:extLst>
          </p:cNvPr>
          <p:cNvCxnSpPr>
            <a:cxnSpLocks/>
          </p:cNvCxnSpPr>
          <p:nvPr/>
        </p:nvCxnSpPr>
        <p:spPr>
          <a:xfrm>
            <a:off x="8378798" y="2580626"/>
            <a:ext cx="410391" cy="0"/>
          </a:xfrm>
          <a:prstGeom prst="line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0" name="Connecteur droit 189">
            <a:extLst>
              <a:ext uri="{FF2B5EF4-FFF2-40B4-BE49-F238E27FC236}">
                <a16:creationId xmlns:a16="http://schemas.microsoft.com/office/drawing/2014/main" id="{615347B9-E97A-6C91-C2FF-09B368EDF7A8}"/>
              </a:ext>
            </a:extLst>
          </p:cNvPr>
          <p:cNvCxnSpPr>
            <a:cxnSpLocks/>
          </p:cNvCxnSpPr>
          <p:nvPr/>
        </p:nvCxnSpPr>
        <p:spPr>
          <a:xfrm>
            <a:off x="8395736" y="2974644"/>
            <a:ext cx="393453" cy="0"/>
          </a:xfrm>
          <a:prstGeom prst="line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3" name="ZoneTexte 192">
            <a:extLst>
              <a:ext uri="{FF2B5EF4-FFF2-40B4-BE49-F238E27FC236}">
                <a16:creationId xmlns:a16="http://schemas.microsoft.com/office/drawing/2014/main" id="{EBEF4987-9518-F817-9665-BC2AA0E9F455}"/>
              </a:ext>
            </a:extLst>
          </p:cNvPr>
          <p:cNvSpPr txBox="1"/>
          <p:nvPr/>
        </p:nvSpPr>
        <p:spPr>
          <a:xfrm>
            <a:off x="7782676" y="2439280"/>
            <a:ext cx="6791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De Io26</a:t>
            </a:r>
          </a:p>
        </p:txBody>
      </p:sp>
      <p:sp>
        <p:nvSpPr>
          <p:cNvPr id="194" name="ZoneTexte 193">
            <a:extLst>
              <a:ext uri="{FF2B5EF4-FFF2-40B4-BE49-F238E27FC236}">
                <a16:creationId xmlns:a16="http://schemas.microsoft.com/office/drawing/2014/main" id="{1E1BA337-34FB-5CF0-759B-3BE8AD450842}"/>
              </a:ext>
            </a:extLst>
          </p:cNvPr>
          <p:cNvSpPr txBox="1"/>
          <p:nvPr/>
        </p:nvSpPr>
        <p:spPr>
          <a:xfrm>
            <a:off x="7806642" y="2826599"/>
            <a:ext cx="6791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De Io25</a:t>
            </a:r>
          </a:p>
        </p:txBody>
      </p:sp>
      <p:sp>
        <p:nvSpPr>
          <p:cNvPr id="206" name="ZoneTexte 205">
            <a:extLst>
              <a:ext uri="{FF2B5EF4-FFF2-40B4-BE49-F238E27FC236}">
                <a16:creationId xmlns:a16="http://schemas.microsoft.com/office/drawing/2014/main" id="{AE3C80C4-936E-8840-F07E-E1B827DF1426}"/>
              </a:ext>
            </a:extLst>
          </p:cNvPr>
          <p:cNvSpPr txBox="1"/>
          <p:nvPr/>
        </p:nvSpPr>
        <p:spPr>
          <a:xfrm>
            <a:off x="8385357" y="2721973"/>
            <a:ext cx="390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IN2</a:t>
            </a:r>
          </a:p>
        </p:txBody>
      </p:sp>
      <p:sp>
        <p:nvSpPr>
          <p:cNvPr id="207" name="ZoneTexte 206">
            <a:extLst>
              <a:ext uri="{FF2B5EF4-FFF2-40B4-BE49-F238E27FC236}">
                <a16:creationId xmlns:a16="http://schemas.microsoft.com/office/drawing/2014/main" id="{F474E2F6-B735-9461-6B55-2A9D1B42D2C8}"/>
              </a:ext>
            </a:extLst>
          </p:cNvPr>
          <p:cNvSpPr txBox="1"/>
          <p:nvPr/>
        </p:nvSpPr>
        <p:spPr>
          <a:xfrm>
            <a:off x="8358263" y="2364449"/>
            <a:ext cx="390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IN1</a:t>
            </a:r>
          </a:p>
        </p:txBody>
      </p:sp>
      <p:sp>
        <p:nvSpPr>
          <p:cNvPr id="208" name="ZoneTexte 207">
            <a:extLst>
              <a:ext uri="{FF2B5EF4-FFF2-40B4-BE49-F238E27FC236}">
                <a16:creationId xmlns:a16="http://schemas.microsoft.com/office/drawing/2014/main" id="{604E4F3A-6F84-9D53-5A7A-07C757274B25}"/>
              </a:ext>
            </a:extLst>
          </p:cNvPr>
          <p:cNvSpPr txBox="1"/>
          <p:nvPr/>
        </p:nvSpPr>
        <p:spPr>
          <a:xfrm>
            <a:off x="10719787" y="2317383"/>
            <a:ext cx="390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IN3</a:t>
            </a:r>
          </a:p>
        </p:txBody>
      </p:sp>
      <p:cxnSp>
        <p:nvCxnSpPr>
          <p:cNvPr id="210" name="Connecteur droit 209">
            <a:extLst>
              <a:ext uri="{FF2B5EF4-FFF2-40B4-BE49-F238E27FC236}">
                <a16:creationId xmlns:a16="http://schemas.microsoft.com/office/drawing/2014/main" id="{616F7152-846D-17AD-A201-2CE95754DADC}"/>
              </a:ext>
            </a:extLst>
          </p:cNvPr>
          <p:cNvCxnSpPr>
            <a:cxnSpLocks/>
          </p:cNvCxnSpPr>
          <p:nvPr/>
        </p:nvCxnSpPr>
        <p:spPr>
          <a:xfrm>
            <a:off x="5692700" y="1628888"/>
            <a:ext cx="888755" cy="0"/>
          </a:xfrm>
          <a:prstGeom prst="line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1" name="Connecteur droit 210">
            <a:extLst>
              <a:ext uri="{FF2B5EF4-FFF2-40B4-BE49-F238E27FC236}">
                <a16:creationId xmlns:a16="http://schemas.microsoft.com/office/drawing/2014/main" id="{72AA17BA-62D2-5568-11B2-FB652B987461}"/>
              </a:ext>
            </a:extLst>
          </p:cNvPr>
          <p:cNvCxnSpPr>
            <a:cxnSpLocks/>
          </p:cNvCxnSpPr>
          <p:nvPr/>
        </p:nvCxnSpPr>
        <p:spPr>
          <a:xfrm>
            <a:off x="5828035" y="1817759"/>
            <a:ext cx="753420" cy="1431"/>
          </a:xfrm>
          <a:prstGeom prst="line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2" name="Connecteur droit 211">
            <a:extLst>
              <a:ext uri="{FF2B5EF4-FFF2-40B4-BE49-F238E27FC236}">
                <a16:creationId xmlns:a16="http://schemas.microsoft.com/office/drawing/2014/main" id="{953F6CA1-3322-B66E-4BD9-3552E7A1726D}"/>
              </a:ext>
            </a:extLst>
          </p:cNvPr>
          <p:cNvCxnSpPr>
            <a:cxnSpLocks/>
          </p:cNvCxnSpPr>
          <p:nvPr/>
        </p:nvCxnSpPr>
        <p:spPr>
          <a:xfrm>
            <a:off x="5951220" y="1961618"/>
            <a:ext cx="645475" cy="0"/>
          </a:xfrm>
          <a:prstGeom prst="line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8" name="Connecteur droit 217">
            <a:extLst>
              <a:ext uri="{FF2B5EF4-FFF2-40B4-BE49-F238E27FC236}">
                <a16:creationId xmlns:a16="http://schemas.microsoft.com/office/drawing/2014/main" id="{EB75D3F2-1136-2264-15EC-CEFC4AD35876}"/>
              </a:ext>
            </a:extLst>
          </p:cNvPr>
          <p:cNvCxnSpPr>
            <a:cxnSpLocks/>
          </p:cNvCxnSpPr>
          <p:nvPr/>
        </p:nvCxnSpPr>
        <p:spPr>
          <a:xfrm>
            <a:off x="5563161" y="1463235"/>
            <a:ext cx="7059" cy="69137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2" name="Connecteur droit 221">
            <a:extLst>
              <a:ext uri="{FF2B5EF4-FFF2-40B4-BE49-F238E27FC236}">
                <a16:creationId xmlns:a16="http://schemas.microsoft.com/office/drawing/2014/main" id="{C9E4A6D7-A8E0-B891-BE06-347BE362FCF2}"/>
              </a:ext>
            </a:extLst>
          </p:cNvPr>
          <p:cNvCxnSpPr>
            <a:cxnSpLocks/>
          </p:cNvCxnSpPr>
          <p:nvPr/>
        </p:nvCxnSpPr>
        <p:spPr>
          <a:xfrm>
            <a:off x="5692700" y="1615933"/>
            <a:ext cx="0" cy="538672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5" name="Connecteur droit 224">
            <a:extLst>
              <a:ext uri="{FF2B5EF4-FFF2-40B4-BE49-F238E27FC236}">
                <a16:creationId xmlns:a16="http://schemas.microsoft.com/office/drawing/2014/main" id="{03E969DF-B754-3F4F-D3DF-885EDAC13404}"/>
              </a:ext>
            </a:extLst>
          </p:cNvPr>
          <p:cNvCxnSpPr>
            <a:cxnSpLocks/>
          </p:cNvCxnSpPr>
          <p:nvPr/>
        </p:nvCxnSpPr>
        <p:spPr>
          <a:xfrm>
            <a:off x="5829300" y="1817759"/>
            <a:ext cx="0" cy="336846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2" name="Connecteur droit 231">
            <a:extLst>
              <a:ext uri="{FF2B5EF4-FFF2-40B4-BE49-F238E27FC236}">
                <a16:creationId xmlns:a16="http://schemas.microsoft.com/office/drawing/2014/main" id="{5744F634-D380-873F-0AD2-40D75EA2213E}"/>
              </a:ext>
            </a:extLst>
          </p:cNvPr>
          <p:cNvCxnSpPr>
            <a:cxnSpLocks/>
          </p:cNvCxnSpPr>
          <p:nvPr/>
        </p:nvCxnSpPr>
        <p:spPr>
          <a:xfrm>
            <a:off x="5951220" y="1961618"/>
            <a:ext cx="0" cy="223417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5" name="ZoneTexte 234">
            <a:extLst>
              <a:ext uri="{FF2B5EF4-FFF2-40B4-BE49-F238E27FC236}">
                <a16:creationId xmlns:a16="http://schemas.microsoft.com/office/drawing/2014/main" id="{6614E616-EF01-1CCA-08F2-88625DA114C0}"/>
              </a:ext>
            </a:extLst>
          </p:cNvPr>
          <p:cNvSpPr txBox="1"/>
          <p:nvPr/>
        </p:nvSpPr>
        <p:spPr>
          <a:xfrm>
            <a:off x="9442834" y="2382666"/>
            <a:ext cx="84411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VCC GND</a:t>
            </a:r>
          </a:p>
        </p:txBody>
      </p:sp>
      <p:sp>
        <p:nvSpPr>
          <p:cNvPr id="236" name="ZoneTexte 235">
            <a:extLst>
              <a:ext uri="{FF2B5EF4-FFF2-40B4-BE49-F238E27FC236}">
                <a16:creationId xmlns:a16="http://schemas.microsoft.com/office/drawing/2014/main" id="{CE37DC8B-B531-6CE2-C223-E58A6CEA516A}"/>
              </a:ext>
            </a:extLst>
          </p:cNvPr>
          <p:cNvSpPr txBox="1"/>
          <p:nvPr/>
        </p:nvSpPr>
        <p:spPr>
          <a:xfrm>
            <a:off x="9294258" y="3069925"/>
            <a:ext cx="98925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OUT3 OUT4</a:t>
            </a:r>
          </a:p>
        </p:txBody>
      </p:sp>
      <p:sp>
        <p:nvSpPr>
          <p:cNvPr id="237" name="ZoneTexte 236">
            <a:extLst>
              <a:ext uri="{FF2B5EF4-FFF2-40B4-BE49-F238E27FC236}">
                <a16:creationId xmlns:a16="http://schemas.microsoft.com/office/drawing/2014/main" id="{A66203BC-B78B-020F-34EB-4D361A2BB687}"/>
              </a:ext>
            </a:extLst>
          </p:cNvPr>
          <p:cNvSpPr txBox="1"/>
          <p:nvPr/>
        </p:nvSpPr>
        <p:spPr>
          <a:xfrm>
            <a:off x="10268343" y="3070824"/>
            <a:ext cx="5090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OUT1</a:t>
            </a:r>
          </a:p>
        </p:txBody>
      </p:sp>
      <p:sp>
        <p:nvSpPr>
          <p:cNvPr id="238" name="ZoneTexte 237">
            <a:extLst>
              <a:ext uri="{FF2B5EF4-FFF2-40B4-BE49-F238E27FC236}">
                <a16:creationId xmlns:a16="http://schemas.microsoft.com/office/drawing/2014/main" id="{67DFB74B-7B5F-7A03-6F7C-01BB1AD94F03}"/>
              </a:ext>
            </a:extLst>
          </p:cNvPr>
          <p:cNvSpPr txBox="1"/>
          <p:nvPr/>
        </p:nvSpPr>
        <p:spPr>
          <a:xfrm>
            <a:off x="10268343" y="2931435"/>
            <a:ext cx="5586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OUT2</a:t>
            </a:r>
          </a:p>
        </p:txBody>
      </p:sp>
    </p:spTree>
    <p:extLst>
      <p:ext uri="{BB962C8B-B14F-4D97-AF65-F5344CB8AC3E}">
        <p14:creationId xmlns:p14="http://schemas.microsoft.com/office/powerpoint/2010/main" val="354856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4D22D1C8-6D8C-11AE-8030-F2131AAB4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09" y="640080"/>
            <a:ext cx="3018951" cy="301895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EAD5D02-C086-E3FB-4F5D-C58B28A51F1B}"/>
              </a:ext>
            </a:extLst>
          </p:cNvPr>
          <p:cNvSpPr/>
          <p:nvPr/>
        </p:nvSpPr>
        <p:spPr>
          <a:xfrm>
            <a:off x="4695351" y="111760"/>
            <a:ext cx="3046569" cy="528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Carte moteur SBC-MotorDriver2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066AD84-1777-BB91-9D9F-E909DEC5AD28}"/>
              </a:ext>
            </a:extLst>
          </p:cNvPr>
          <p:cNvCxnSpPr>
            <a:cxnSpLocks/>
          </p:cNvCxnSpPr>
          <p:nvPr/>
        </p:nvCxnSpPr>
        <p:spPr>
          <a:xfrm flipV="1">
            <a:off x="5323840" y="3659031"/>
            <a:ext cx="0" cy="21016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2A420681-9B9F-A255-97DA-676F0025CEFF}"/>
              </a:ext>
            </a:extLst>
          </p:cNvPr>
          <p:cNvCxnSpPr>
            <a:cxnSpLocks/>
          </p:cNvCxnSpPr>
          <p:nvPr/>
        </p:nvCxnSpPr>
        <p:spPr>
          <a:xfrm flipV="1">
            <a:off x="5699760" y="3659031"/>
            <a:ext cx="0" cy="21016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F5833C4E-2F99-F65A-34F1-FC95C7222A98}"/>
              </a:ext>
            </a:extLst>
          </p:cNvPr>
          <p:cNvSpPr/>
          <p:nvPr/>
        </p:nvSpPr>
        <p:spPr>
          <a:xfrm>
            <a:off x="4398269" y="5359078"/>
            <a:ext cx="2101688" cy="528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Alim +5.0V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DCEDABD2-18AE-6EF7-8C9C-6EFCEE4EAB3F}"/>
              </a:ext>
            </a:extLst>
          </p:cNvPr>
          <p:cNvSpPr txBox="1"/>
          <p:nvPr/>
        </p:nvSpPr>
        <p:spPr>
          <a:xfrm>
            <a:off x="6197603" y="3659030"/>
            <a:ext cx="4317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IN1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E6956507-9B3B-C2F1-D864-FD95B4886616}"/>
              </a:ext>
            </a:extLst>
          </p:cNvPr>
          <p:cNvSpPr txBox="1"/>
          <p:nvPr/>
        </p:nvSpPr>
        <p:spPr>
          <a:xfrm>
            <a:off x="6464858" y="3660277"/>
            <a:ext cx="4317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IN2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A31E0A2B-7E8D-71BC-7611-196AC8BAB114}"/>
              </a:ext>
            </a:extLst>
          </p:cNvPr>
          <p:cNvSpPr txBox="1"/>
          <p:nvPr/>
        </p:nvSpPr>
        <p:spPr>
          <a:xfrm>
            <a:off x="5003824" y="3641260"/>
            <a:ext cx="4317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+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2ACBC885-669C-189F-277A-68A15F275957}"/>
              </a:ext>
            </a:extLst>
          </p:cNvPr>
          <p:cNvSpPr txBox="1"/>
          <p:nvPr/>
        </p:nvSpPr>
        <p:spPr>
          <a:xfrm>
            <a:off x="5313680" y="3659030"/>
            <a:ext cx="4978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GND</a:t>
            </a: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51CFC10C-68EC-B639-DE1D-08C47B484D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4126" y="1191164"/>
            <a:ext cx="1116427" cy="1104996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41BE5E72-B8A8-1F62-55D7-469288B0EF65}"/>
              </a:ext>
            </a:extLst>
          </p:cNvPr>
          <p:cNvSpPr/>
          <p:nvPr/>
        </p:nvSpPr>
        <p:spPr>
          <a:xfrm>
            <a:off x="3217094" y="792847"/>
            <a:ext cx="1224259" cy="397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FAN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95FA090-8CF3-3C08-CC5A-36530F5D8C43}"/>
              </a:ext>
            </a:extLst>
          </p:cNvPr>
          <p:cNvCxnSpPr>
            <a:cxnSpLocks/>
          </p:cNvCxnSpPr>
          <p:nvPr/>
        </p:nvCxnSpPr>
        <p:spPr>
          <a:xfrm flipV="1">
            <a:off x="3545840" y="2296160"/>
            <a:ext cx="0" cy="21915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C33E16B-462F-8CD2-A649-79A92C9C00B8}"/>
              </a:ext>
            </a:extLst>
          </p:cNvPr>
          <p:cNvCxnSpPr>
            <a:cxnSpLocks/>
          </p:cNvCxnSpPr>
          <p:nvPr/>
        </p:nvCxnSpPr>
        <p:spPr>
          <a:xfrm flipH="1">
            <a:off x="3545840" y="2515316"/>
            <a:ext cx="116696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9A3183F4-D35A-D53F-C28E-8D20AFA114CE}"/>
              </a:ext>
            </a:extLst>
          </p:cNvPr>
          <p:cNvCxnSpPr>
            <a:cxnSpLocks/>
          </p:cNvCxnSpPr>
          <p:nvPr/>
        </p:nvCxnSpPr>
        <p:spPr>
          <a:xfrm flipV="1">
            <a:off x="3683000" y="2301956"/>
            <a:ext cx="0" cy="53411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90B97A4A-EC4F-9241-08EC-2B6F95B01A36}"/>
              </a:ext>
            </a:extLst>
          </p:cNvPr>
          <p:cNvCxnSpPr>
            <a:cxnSpLocks/>
          </p:cNvCxnSpPr>
          <p:nvPr/>
        </p:nvCxnSpPr>
        <p:spPr>
          <a:xfrm flipH="1">
            <a:off x="3683000" y="2836072"/>
            <a:ext cx="102980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ZoneTexte 55">
            <a:extLst>
              <a:ext uri="{FF2B5EF4-FFF2-40B4-BE49-F238E27FC236}">
                <a16:creationId xmlns:a16="http://schemas.microsoft.com/office/drawing/2014/main" id="{F3A08847-9543-D928-ADC3-AA34187BCAC9}"/>
              </a:ext>
            </a:extLst>
          </p:cNvPr>
          <p:cNvSpPr txBox="1"/>
          <p:nvPr/>
        </p:nvSpPr>
        <p:spPr>
          <a:xfrm>
            <a:off x="3295215" y="2239182"/>
            <a:ext cx="4317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+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15DB2D1E-6258-9E22-A36F-0E192C1EE1AA}"/>
              </a:ext>
            </a:extLst>
          </p:cNvPr>
          <p:cNvSpPr txBox="1"/>
          <p:nvPr/>
        </p:nvSpPr>
        <p:spPr>
          <a:xfrm>
            <a:off x="3669193" y="2255293"/>
            <a:ext cx="4978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GND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A70C8BB-F617-4A9A-D1DB-1EBC7C3D76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0517" y="2239182"/>
            <a:ext cx="1157761" cy="930984"/>
          </a:xfrm>
          <a:prstGeom prst="rect">
            <a:avLst/>
          </a:prstGeom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8E13361A-7CEE-9348-6BEA-013689913319}"/>
              </a:ext>
            </a:extLst>
          </p:cNvPr>
          <p:cNvCxnSpPr>
            <a:cxnSpLocks/>
          </p:cNvCxnSpPr>
          <p:nvPr/>
        </p:nvCxnSpPr>
        <p:spPr>
          <a:xfrm flipH="1">
            <a:off x="7731760" y="2875057"/>
            <a:ext cx="181720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F4398F1C-5A46-90F2-337B-280CBBCC5384}"/>
              </a:ext>
            </a:extLst>
          </p:cNvPr>
          <p:cNvCxnSpPr>
            <a:cxnSpLocks/>
          </p:cNvCxnSpPr>
          <p:nvPr/>
        </p:nvCxnSpPr>
        <p:spPr>
          <a:xfrm flipH="1">
            <a:off x="7741920" y="2584612"/>
            <a:ext cx="180704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C1587BA3-158B-2655-D7AC-AB3CE81A614D}"/>
              </a:ext>
            </a:extLst>
          </p:cNvPr>
          <p:cNvSpPr txBox="1"/>
          <p:nvPr/>
        </p:nvSpPr>
        <p:spPr>
          <a:xfrm>
            <a:off x="9221437" y="2337420"/>
            <a:ext cx="4978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GND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23D5504E-5416-5E34-D81C-638275E6D3EA}"/>
              </a:ext>
            </a:extLst>
          </p:cNvPr>
          <p:cNvSpPr txBox="1"/>
          <p:nvPr/>
        </p:nvSpPr>
        <p:spPr>
          <a:xfrm>
            <a:off x="9287500" y="2633623"/>
            <a:ext cx="4317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+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5901AC9F-E50F-1FBF-9494-7C08AACA1A5E}"/>
              </a:ext>
            </a:extLst>
          </p:cNvPr>
          <p:cNvSpPr txBox="1"/>
          <p:nvPr/>
        </p:nvSpPr>
        <p:spPr>
          <a:xfrm>
            <a:off x="6840412" y="3666650"/>
            <a:ext cx="4317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IN3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4EDFC1E2-19D9-6CC5-2750-A718F6140CE7}"/>
              </a:ext>
            </a:extLst>
          </p:cNvPr>
          <p:cNvSpPr txBox="1"/>
          <p:nvPr/>
        </p:nvSpPr>
        <p:spPr>
          <a:xfrm>
            <a:off x="7085164" y="3666833"/>
            <a:ext cx="4317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IN4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D3EA1D08-026C-3A32-4849-AE55BB28F1E5}"/>
              </a:ext>
            </a:extLst>
          </p:cNvPr>
          <p:cNvCxnSpPr>
            <a:cxnSpLocks/>
          </p:cNvCxnSpPr>
          <p:nvPr/>
        </p:nvCxnSpPr>
        <p:spPr>
          <a:xfrm flipV="1">
            <a:off x="6499957" y="3641260"/>
            <a:ext cx="0" cy="686900"/>
          </a:xfrm>
          <a:prstGeom prst="line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31C16C12-AABB-E2E7-A29A-F9AA7B0B80CC}"/>
              </a:ext>
            </a:extLst>
          </p:cNvPr>
          <p:cNvSpPr txBox="1"/>
          <p:nvPr/>
        </p:nvSpPr>
        <p:spPr>
          <a:xfrm>
            <a:off x="6152674" y="4245573"/>
            <a:ext cx="6791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Io26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DDD61AA3-BB8C-EF6F-796F-15F5A6CEA1D8}"/>
              </a:ext>
            </a:extLst>
          </p:cNvPr>
          <p:cNvCxnSpPr>
            <a:cxnSpLocks/>
          </p:cNvCxnSpPr>
          <p:nvPr/>
        </p:nvCxnSpPr>
        <p:spPr>
          <a:xfrm flipV="1">
            <a:off x="6759037" y="3641260"/>
            <a:ext cx="0" cy="865923"/>
          </a:xfrm>
          <a:prstGeom prst="line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05CEE9A4-1955-6A1C-EE9A-FF4D5EC6AD67}"/>
              </a:ext>
            </a:extLst>
          </p:cNvPr>
          <p:cNvCxnSpPr>
            <a:cxnSpLocks/>
          </p:cNvCxnSpPr>
          <p:nvPr/>
        </p:nvCxnSpPr>
        <p:spPr>
          <a:xfrm flipV="1">
            <a:off x="6907313" y="3641260"/>
            <a:ext cx="0" cy="686900"/>
          </a:xfrm>
          <a:prstGeom prst="line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60328A07-C10B-0EE5-766F-3C682C9B2277}"/>
              </a:ext>
            </a:extLst>
          </p:cNvPr>
          <p:cNvCxnSpPr>
            <a:cxnSpLocks/>
          </p:cNvCxnSpPr>
          <p:nvPr/>
        </p:nvCxnSpPr>
        <p:spPr>
          <a:xfrm flipH="1" flipV="1">
            <a:off x="7154649" y="3641260"/>
            <a:ext cx="8783" cy="886758"/>
          </a:xfrm>
          <a:prstGeom prst="line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AE753F5D-38DC-B118-51DC-F8DDB3D9CBFD}"/>
              </a:ext>
            </a:extLst>
          </p:cNvPr>
          <p:cNvSpPr txBox="1"/>
          <p:nvPr/>
        </p:nvSpPr>
        <p:spPr>
          <a:xfrm>
            <a:off x="6557068" y="4463398"/>
            <a:ext cx="6791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Io25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E5A6303-A887-E846-0757-F370C2207FCF}"/>
              </a:ext>
            </a:extLst>
          </p:cNvPr>
          <p:cNvSpPr txBox="1"/>
          <p:nvPr/>
        </p:nvSpPr>
        <p:spPr>
          <a:xfrm>
            <a:off x="6745598" y="4266408"/>
            <a:ext cx="44966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Io17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B4D42D58-31E6-4077-F8BA-5D7A634CE265}"/>
              </a:ext>
            </a:extLst>
          </p:cNvPr>
          <p:cNvSpPr txBox="1"/>
          <p:nvPr/>
        </p:nvSpPr>
        <p:spPr>
          <a:xfrm>
            <a:off x="6985350" y="4463398"/>
            <a:ext cx="6791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FR" dirty="0"/>
              <a:t>Io16</a:t>
            </a:r>
          </a:p>
        </p:txBody>
      </p:sp>
    </p:spTree>
    <p:extLst>
      <p:ext uri="{BB962C8B-B14F-4D97-AF65-F5344CB8AC3E}">
        <p14:creationId xmlns:p14="http://schemas.microsoft.com/office/powerpoint/2010/main" val="364377876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</TotalTime>
  <Words>103</Words>
  <Application>Microsoft Office PowerPoint</Application>
  <PresentationFormat>Grand écran</PresentationFormat>
  <Paragraphs>52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alemany</dc:creator>
  <cp:lastModifiedBy>JOUFFREAU LUCAS</cp:lastModifiedBy>
  <cp:revision>21</cp:revision>
  <dcterms:created xsi:type="dcterms:W3CDTF">2025-10-29T15:17:06Z</dcterms:created>
  <dcterms:modified xsi:type="dcterms:W3CDTF">2026-10-22T12:24:17Z</dcterms:modified>
</cp:coreProperties>
</file>